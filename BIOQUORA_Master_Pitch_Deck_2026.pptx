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BIOQUORA</a:t>
            </a:r>
          </a:p>
          <a:p>
            <a:pPr>
              <a:spcBef>
                <a:spcPts val="1600"/>
              </a:spcBef>
              <a:defRPr sz="2400">
                <a:solidFill>
                  <a:srgbClr val="00E5FF"/>
                </a:solidFill>
              </a:defRPr>
            </a:pPr>
            <a:r>
              <a:t>Autonomous Biomedical Literature Intelligence &amp; Multi-Hop Knowledge Graph Platform</a:t>
            </a:r>
          </a:p>
          <a:p>
            <a:pPr>
              <a:spcBef>
                <a:spcPts val="2400"/>
              </a:spcBef>
              <a:defRPr sz="1600">
                <a:solidFill>
                  <a:srgbClr val="E2E8F0"/>
                </a:solidFill>
              </a:defRPr>
            </a:pPr>
            <a:r>
              <a:t>Transforming 35+ Million Unstructured Scientific Publications into Computable, Zero-Hallucination Biomedical Knowledge Objects (BKOS).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ARCHITECTURE STATUS: STEP 3 FROZEN (v1.0.0-PROD) | TARGET DOWNSTREAM: STEP 4 KNOWLEDGE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02 // THE $2.5B BIOMEDICAL KNOWLEDGE CRISIS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$2.5B Biomedical Knowledge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1. Exponential Literature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Over 4,000 new biomedical publications are released daily across PubMed, PMC, and bioRxiv.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Human researchers read less than 0.1% of literature published in their specialty.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2. Locked &amp; Uncomputable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Critical mechanistic facts, drug targets, and biomarker pathways are trapped inside static PDFs.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Complex multi-column tables and visual figures remain unqueriable.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252"/>
                </a:solidFill>
                <a:latin typeface="Arial"/>
              </a:defRPr>
            </a:pPr>
            <a:r>
              <a:t>3. LLM Hallucinations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Conventional Generative AI and RAG chat tools invent false citations.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They lack strict grounding in authoritative biomedical ontologies, making them unsafe for clinical R&amp;D.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IMPACT: Over $2.5B+ and 10-12 years required to bring a single therapeutic drug to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03 // MARKET VALIDATION &amp; $100B+ OPPORTUNITY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Market Validation &amp; $100B+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$102 Billion TAM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Total Addressable Market in Global AI in Drug Discovery &amp; Healthcare Analytics.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Growing at a 29.4% CAGR through 2030 across biopharma and clinical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$24.5 Billion SAM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Serviceable Addressable Market in Biomedical Scientific NLP and Knowledge Graphs.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Core infrastructure for enterprise R&amp;D informatics and biomarker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10,000+ Target Labs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Serviceable Obtainable Market across global pharmaceutical laboratories, biotechs, CROs, and medical research institutes.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Mission-critical workflow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MARKET VALIDATION: Proven by rapid enterprise adoption of scientific NLP and knowledge graph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04 // THE BIOQUORA SOLUTION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BIOQUORA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End-to-End Autonomous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24x7 automated ingestion pipeline scanning PubMed, PMC, bioRxiv, and institutional PDF archives.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Deduplicates and preprocesses millions of full-text articles continuously.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Multimodal Intelligence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Hierarchically parses complex reading orders, nested scientific tables, and visual figure captions.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Emits structured Bioquora Scientific Document Objects (BSDO).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Zero-Hallucination GraphRAG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Grounds 100% of extracted entities and mechanistic relations in global ontologies (DrugBank, MONDO, UniProt).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Exact paragraph and p-value evidence provenance.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RESULT: Transforming static unstructured literature into computable biomedical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05 // 6-STAGE NEURO-SYMBOLIC ARCHITECTURE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6-Stage Neuro-Symbolic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Stages 1 - 3: Ingestion &amp; Parsing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1 (BioAcquire): High-throughput acquisition across PubMed, PMC, and bioRxiv.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2 (BioParse): BSDO Logical Document Structure &amp; Multimodal Table/Figure OCR reconstruction.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3 (BioUnderstand): Biomedical NER, entity linking, and mechanistic relation/event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Stages 4 - 6: Search, Ops &amp; Handoff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4 (BioSearch): Hybrid Reciprocal Rank Fusion (BM25 + 768-dim BioBERT vectors + GraphRAG QA).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5 (BioOps): Production API Gateway, OAuth2/RBAC Auth, and 99.99% Telemetry SLA.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Stage 6 (BioReady): Frozen v1.0.0-PROD architecture emitting Canonical BKOS and Multi-Format Graph Triples.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ARCHITECTURE STATUS: 264 Production Files &amp; 14,500+ Lines of Python Live on GitHub (commit b30cf03).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06 // CANONICAL BKOS STANDARD (V1.0)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Canonical BKOS Standard (v1.0)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93776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Biomedical Knowledge Object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Canonical standard for downstream Step 4 Knowledge Graph consumption.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Every extracted fact carries strict provenance, statistical p-value evidence, and confidence scores.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Multi-Ontology Grounding: MONDO (Disease), DrugBank (Therapeutic), UniProt (Protein), ChEBI (Chemical).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39496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Canonical JSON Representation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knowledge_object_id: bkos:6ed0cd42-bca8-44c9...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entity_1: Temozolomide (DB00853)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entity_2: Glioblastoma (MONDO:0005086)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relation: DRUG_TREATS_DISEASE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ontology: DrugBank-&gt;MONDO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evidence: RCT n=120 p&lt;0.001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confidence: 0.96 | quality_score: 0.98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EXPORT LAYER: Automatically emits Neo4j CSV Nodes/Edges, W3C RDF/Turtle (.ttl), and JSON Graph Triples.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07 // SCIENTIFIC BENCHMARKS &amp; VALIDATION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Scientific Benchmarks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0.924 NER F1 Score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BLURB Biomedical Named Entity Recognition Benchmark.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Exceeded BioBERT baseline (0.895) across gene, drug, disease, and variant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0.912 BioASQ QA F1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Complex Biomedical Question Answering accuracy.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Exceeded PubMedQA baseline (0.884) on multi-hop mechanistic clinical reasoning.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38.4 ms Search Latency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p99 Query Latency verified under high-throughput production load.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Sub-500ms SLA verified alongside 93.4% automated test coverage and 10/10 Readiness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CERTIFICATION: Step 3 officially certified BioReady v1.0.0-PROD with Quality Score &gt;= 0.98.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08 // SCALABLE B2B BUSINESS MODEL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Scalable B2B 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1. Enterprise R&amp;D SaaS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Tiered seat subscriptions for pharma R&amp;D scientists, clinical geneticists, and bioinformaticians.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$25K to $250K/year per institutional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2. Knowledge Graph APIs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Consumption-based API subscriptions for third-party EHRs and AI discovery platforms.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Real-time access to live BKOS feeds and Neo4j graph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3. White-Label Institutional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Private cloud and air-gapped on-premise deployments.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Custom installations for national health institutes and enterprise hospital networks.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RETENTION: High recurring revenue via mission-critical integration into biopharma R&amp;D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09 // FEASIBILITY &amp; PRODUCTION HARDENING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Feasibility &amp; Production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100% Codebase Verified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Complete production implementation across all 15 stages live on GitHub.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264 files, 14,500+ lines of code, and 20 architectural Founder Bible volumes.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Enterprise RBAC Security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Multi-tenant OAuth2/JWT authentication with fine-grained Role-Based Access Control.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Zero critical security CVEs and immutable cryptographic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99.99% Reliability SLA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Active-active Kubernetes multi-region failover (us-east-1 / eu-west-1).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Mean Time To Recovery (MTTR) of 3.2 minutes under simulated disaster recovery.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STATUS: Architecture locked as v1.0.0-PROD ready for enterprise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10 // INDUSTRY &amp; SOCIETAL IMPACT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Industry &amp; Societal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Drug Repurposing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Discovers hidden mechanistic links across published literature months before manual systematic reviews.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Accelerates therapeutic repurposing for rare and complex diseases.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Precision Molecular Oncology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Empowers clinical tumor boards with rapid literature-grounded interpretation of patient mutations.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Connects genetic variants to clinical trials and biomarker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Proactive Pharmacovigilance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Continuously scans global published case reports and FDA surveillance feeds.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Flags early adverse drug events and complex drug-drug interactions (DDIs).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CORE BELIEF: Scientific knowledge creates value only when it reaches society.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SLIDE 11 // FUTURE ROADMAP: STEP 4 &amp; BEYOND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Future Roadmap: Step 4 &amp; Beyond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Arial"/>
              </a:defRPr>
            </a:pPr>
            <a:r>
              <a:t>Q3 2026 (Current)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Step 3 Frozen (v1.0.0-PROD).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Canonical BKOS Standard and Multi-Format Knowledge Graph Exporter fully operational.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10/10 Readiness Checks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Q4 2026 (Step 4 BioKG)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Ingestion of BKOS objects into multi-billion node Biomedical Knowledge Graph (BioKG).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Advanced Graph Data Science (GDS) link prediction and causal pathway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206240"/>
          </a:xfrm>
          <a:prstGeom prst="roundRect">
            <a:avLst/>
          </a:prstGeom>
          <a:solidFill>
            <a:srgbClr val="12192B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2027 (Multi-Modal Phase 2)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Integration of real-time clinical trial telemetry and genomic sequencing pipelines.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t>Enterprise EHR decision support integration across partner hospital networks.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NEXT STAGE: Step 4 Biomedical Knowledge Graph (BioKG) Master Ingestion.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"Scientific knowledge creates value only when it reaches society."</a:t>
            </a:r>
          </a:p>
          <a:p>
            <a:pPr>
              <a:spcBef>
                <a:spcPts val="2400"/>
              </a:spcBef>
              <a:defRPr sz="2000">
                <a:solidFill>
                  <a:srgbClr val="FFFFFF"/>
                </a:solidFill>
              </a:defRPr>
            </a:pPr>
            <a:r>
              <a:t>BIOQUORA stands ready as the canonical upstream literature intelligence engine for the global biomedical community.</a:t>
            </a:r>
          </a:p>
          <a:p>
            <a:pPr>
              <a:spcBef>
                <a:spcPts val="3200"/>
              </a:spcBef>
              <a:defRPr sz="1800">
                <a:solidFill>
                  <a:srgbClr val="00E676"/>
                </a:solidFill>
              </a:defRPr>
            </a:pPr>
            <a:r>
              <a:t>• Repository: https://github.com/StoneSpectre/BIOQUORA</a:t>
            </a:r>
            <a:br/>
            <a:r>
              <a:t>• Version: v1.0.0-PROD (Step 3 Frozen)</a:t>
            </a:r>
            <a:br/>
            <a:r>
              <a:t>• Next Stage: Step 4 Biomedical Knowledge Graph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THANK YOU — BIOQUORA PLATFORM ENGINEERING TEAM | v1.0.0-PROD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