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5293" y="780942"/>
            <a:ext cx="3941084" cy="135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5293" y="3877039"/>
            <a:ext cx="3941084" cy="1358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5293" y="6981678"/>
            <a:ext cx="3941084" cy="13588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00244" y="6876636"/>
            <a:ext cx="6928029" cy="248110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0244" y="3801966"/>
            <a:ext cx="6928028" cy="248110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0244" y="727297"/>
            <a:ext cx="6928029" cy="248110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0213" y="1945002"/>
            <a:ext cx="4438348" cy="640010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64378" y="1070648"/>
            <a:ext cx="466724" cy="45719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07583" y="2088871"/>
            <a:ext cx="6628044" cy="13589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07583" y="5184966"/>
            <a:ext cx="6628044" cy="13589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807583" y="8289605"/>
            <a:ext cx="6628044" cy="13589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709518" y="2346709"/>
            <a:ext cx="533399" cy="485774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3738238" y="8502078"/>
            <a:ext cx="528320" cy="652780"/>
          </a:xfrm>
          <a:custGeom>
            <a:avLst/>
            <a:gdLst/>
            <a:ahLst/>
            <a:cxnLst/>
            <a:rect l="l" t="t" r="r" b="b"/>
            <a:pathLst>
              <a:path w="528319" h="652779">
                <a:moveTo>
                  <a:pt x="384762" y="652780"/>
                </a:moveTo>
                <a:lnTo>
                  <a:pt x="36590" y="652780"/>
                </a:lnTo>
                <a:lnTo>
                  <a:pt x="31203" y="651510"/>
                </a:lnTo>
                <a:lnTo>
                  <a:pt x="1067" y="621030"/>
                </a:lnTo>
                <a:lnTo>
                  <a:pt x="0" y="615950"/>
                </a:lnTo>
                <a:lnTo>
                  <a:pt x="11" y="35560"/>
                </a:lnTo>
                <a:lnTo>
                  <a:pt x="31228" y="0"/>
                </a:lnTo>
                <a:lnTo>
                  <a:pt x="390164" y="0"/>
                </a:lnTo>
                <a:lnTo>
                  <a:pt x="400529" y="5080"/>
                </a:lnTo>
                <a:lnTo>
                  <a:pt x="405102" y="7620"/>
                </a:lnTo>
                <a:lnTo>
                  <a:pt x="413030" y="15240"/>
                </a:lnTo>
                <a:lnTo>
                  <a:pt x="416083" y="20320"/>
                </a:lnTo>
                <a:lnTo>
                  <a:pt x="416619" y="21590"/>
                </a:lnTo>
                <a:lnTo>
                  <a:pt x="39551" y="21590"/>
                </a:lnTo>
                <a:lnTo>
                  <a:pt x="37011" y="22860"/>
                </a:lnTo>
                <a:lnTo>
                  <a:pt x="22299" y="39370"/>
                </a:lnTo>
                <a:lnTo>
                  <a:pt x="22377" y="615950"/>
                </a:lnTo>
                <a:lnTo>
                  <a:pt x="24329" y="619760"/>
                </a:lnTo>
                <a:lnTo>
                  <a:pt x="31065" y="627380"/>
                </a:lnTo>
                <a:lnTo>
                  <a:pt x="34434" y="628650"/>
                </a:lnTo>
                <a:lnTo>
                  <a:pt x="38343" y="629920"/>
                </a:lnTo>
                <a:lnTo>
                  <a:pt x="416587" y="629920"/>
                </a:lnTo>
                <a:lnTo>
                  <a:pt x="416051" y="631190"/>
                </a:lnTo>
                <a:lnTo>
                  <a:pt x="412997" y="636270"/>
                </a:lnTo>
                <a:lnTo>
                  <a:pt x="405075" y="643890"/>
                </a:lnTo>
                <a:lnTo>
                  <a:pt x="400506" y="646430"/>
                </a:lnTo>
                <a:lnTo>
                  <a:pt x="390154" y="651510"/>
                </a:lnTo>
                <a:lnTo>
                  <a:pt x="384762" y="652780"/>
                </a:lnTo>
                <a:close/>
              </a:path>
              <a:path w="528319" h="652779">
                <a:moveTo>
                  <a:pt x="421642" y="132080"/>
                </a:moveTo>
                <a:lnTo>
                  <a:pt x="400314" y="132080"/>
                </a:lnTo>
                <a:lnTo>
                  <a:pt x="399047" y="86360"/>
                </a:lnTo>
                <a:lnTo>
                  <a:pt x="399067" y="35560"/>
                </a:lnTo>
                <a:lnTo>
                  <a:pt x="397116" y="31750"/>
                </a:lnTo>
                <a:lnTo>
                  <a:pt x="393192" y="27940"/>
                </a:lnTo>
                <a:lnTo>
                  <a:pt x="390359" y="24130"/>
                </a:lnTo>
                <a:lnTo>
                  <a:pt x="386964" y="22860"/>
                </a:lnTo>
                <a:lnTo>
                  <a:pt x="383005" y="21590"/>
                </a:lnTo>
                <a:lnTo>
                  <a:pt x="416619" y="21590"/>
                </a:lnTo>
                <a:lnTo>
                  <a:pt x="420366" y="30480"/>
                </a:lnTo>
                <a:lnTo>
                  <a:pt x="421433" y="35560"/>
                </a:lnTo>
                <a:lnTo>
                  <a:pt x="421449" y="86360"/>
                </a:lnTo>
                <a:lnTo>
                  <a:pt x="421612" y="110490"/>
                </a:lnTo>
                <a:lnTo>
                  <a:pt x="421642" y="132080"/>
                </a:lnTo>
                <a:close/>
              </a:path>
              <a:path w="528319" h="652779">
                <a:moveTo>
                  <a:pt x="343755" y="513080"/>
                </a:moveTo>
                <a:lnTo>
                  <a:pt x="77595" y="513080"/>
                </a:lnTo>
                <a:lnTo>
                  <a:pt x="69019" y="509270"/>
                </a:lnTo>
                <a:lnTo>
                  <a:pt x="51732" y="482600"/>
                </a:lnTo>
                <a:lnTo>
                  <a:pt x="51736" y="78740"/>
                </a:lnTo>
                <a:lnTo>
                  <a:pt x="77669" y="48260"/>
                </a:lnTo>
                <a:lnTo>
                  <a:pt x="341642" y="48260"/>
                </a:lnTo>
                <a:lnTo>
                  <a:pt x="369215" y="72390"/>
                </a:lnTo>
                <a:lnTo>
                  <a:pt x="83846" y="72390"/>
                </a:lnTo>
                <a:lnTo>
                  <a:pt x="81333" y="73660"/>
                </a:lnTo>
                <a:lnTo>
                  <a:pt x="77153" y="77470"/>
                </a:lnTo>
                <a:lnTo>
                  <a:pt x="76110" y="80010"/>
                </a:lnTo>
                <a:lnTo>
                  <a:pt x="76207" y="481330"/>
                </a:lnTo>
                <a:lnTo>
                  <a:pt x="77250" y="483870"/>
                </a:lnTo>
                <a:lnTo>
                  <a:pt x="80826" y="487680"/>
                </a:lnTo>
                <a:lnTo>
                  <a:pt x="82617" y="488950"/>
                </a:lnTo>
                <a:lnTo>
                  <a:pt x="368285" y="488950"/>
                </a:lnTo>
                <a:lnTo>
                  <a:pt x="365233" y="496570"/>
                </a:lnTo>
                <a:lnTo>
                  <a:pt x="362700" y="500380"/>
                </a:lnTo>
                <a:lnTo>
                  <a:pt x="356129" y="506730"/>
                </a:lnTo>
                <a:lnTo>
                  <a:pt x="352340" y="509270"/>
                </a:lnTo>
                <a:lnTo>
                  <a:pt x="343755" y="513080"/>
                </a:lnTo>
                <a:close/>
              </a:path>
              <a:path w="528319" h="652779">
                <a:moveTo>
                  <a:pt x="370845" y="132080"/>
                </a:moveTo>
                <a:lnTo>
                  <a:pt x="346405" y="132080"/>
                </a:lnTo>
                <a:lnTo>
                  <a:pt x="345317" y="86360"/>
                </a:lnTo>
                <a:lnTo>
                  <a:pt x="345212" y="80010"/>
                </a:lnTo>
                <a:lnTo>
                  <a:pt x="341183" y="73660"/>
                </a:lnTo>
                <a:lnTo>
                  <a:pt x="339133" y="72390"/>
                </a:lnTo>
                <a:lnTo>
                  <a:pt x="369215" y="72390"/>
                </a:lnTo>
                <a:lnTo>
                  <a:pt x="369395" y="77470"/>
                </a:lnTo>
                <a:lnTo>
                  <a:pt x="369485" y="80010"/>
                </a:lnTo>
                <a:lnTo>
                  <a:pt x="369530" y="81280"/>
                </a:lnTo>
                <a:lnTo>
                  <a:pt x="369690" y="81280"/>
                </a:lnTo>
                <a:lnTo>
                  <a:pt x="370845" y="132080"/>
                </a:lnTo>
                <a:close/>
              </a:path>
              <a:path w="528319" h="652779">
                <a:moveTo>
                  <a:pt x="488721" y="461010"/>
                </a:moveTo>
                <a:lnTo>
                  <a:pt x="445665" y="461010"/>
                </a:lnTo>
                <a:lnTo>
                  <a:pt x="443081" y="459740"/>
                </a:lnTo>
                <a:lnTo>
                  <a:pt x="438794" y="455930"/>
                </a:lnTo>
                <a:lnTo>
                  <a:pt x="437712" y="453390"/>
                </a:lnTo>
                <a:lnTo>
                  <a:pt x="437692" y="414020"/>
                </a:lnTo>
                <a:lnTo>
                  <a:pt x="149806" y="414020"/>
                </a:lnTo>
                <a:lnTo>
                  <a:pt x="147022" y="412750"/>
                </a:lnTo>
                <a:lnTo>
                  <a:pt x="144902" y="410210"/>
                </a:lnTo>
                <a:lnTo>
                  <a:pt x="142137" y="408940"/>
                </a:lnTo>
                <a:lnTo>
                  <a:pt x="140816" y="405130"/>
                </a:lnTo>
                <a:lnTo>
                  <a:pt x="140940" y="307340"/>
                </a:lnTo>
                <a:lnTo>
                  <a:pt x="140522" y="303530"/>
                </a:lnTo>
                <a:lnTo>
                  <a:pt x="140529" y="139700"/>
                </a:lnTo>
                <a:lnTo>
                  <a:pt x="141603" y="137160"/>
                </a:lnTo>
                <a:lnTo>
                  <a:pt x="145884" y="133350"/>
                </a:lnTo>
                <a:lnTo>
                  <a:pt x="148468" y="132080"/>
                </a:lnTo>
                <a:lnTo>
                  <a:pt x="488728" y="132080"/>
                </a:lnTo>
                <a:lnTo>
                  <a:pt x="521177" y="153670"/>
                </a:lnTo>
                <a:lnTo>
                  <a:pt x="162532" y="153670"/>
                </a:lnTo>
                <a:lnTo>
                  <a:pt x="162532" y="259080"/>
                </a:lnTo>
                <a:lnTo>
                  <a:pt x="162663" y="260350"/>
                </a:lnTo>
                <a:lnTo>
                  <a:pt x="162741" y="392430"/>
                </a:lnTo>
                <a:lnTo>
                  <a:pt x="459702" y="392430"/>
                </a:lnTo>
                <a:lnTo>
                  <a:pt x="459702" y="439420"/>
                </a:lnTo>
                <a:lnTo>
                  <a:pt x="521988" y="439420"/>
                </a:lnTo>
                <a:lnTo>
                  <a:pt x="518732" y="443230"/>
                </a:lnTo>
                <a:lnTo>
                  <a:pt x="510304" y="452120"/>
                </a:lnTo>
                <a:lnTo>
                  <a:pt x="505448" y="455930"/>
                </a:lnTo>
                <a:lnTo>
                  <a:pt x="494450" y="459740"/>
                </a:lnTo>
                <a:lnTo>
                  <a:pt x="488721" y="461010"/>
                </a:lnTo>
                <a:close/>
              </a:path>
              <a:path w="528319" h="652779">
                <a:moveTo>
                  <a:pt x="459702" y="392430"/>
                </a:moveTo>
                <a:lnTo>
                  <a:pt x="437692" y="392430"/>
                </a:lnTo>
                <a:lnTo>
                  <a:pt x="437701" y="259080"/>
                </a:lnTo>
                <a:lnTo>
                  <a:pt x="438780" y="256540"/>
                </a:lnTo>
                <a:lnTo>
                  <a:pt x="443079" y="252730"/>
                </a:lnTo>
                <a:lnTo>
                  <a:pt x="445673" y="251460"/>
                </a:lnTo>
                <a:lnTo>
                  <a:pt x="488743" y="251460"/>
                </a:lnTo>
                <a:lnTo>
                  <a:pt x="494381" y="248920"/>
                </a:lnTo>
                <a:lnTo>
                  <a:pt x="496869" y="246380"/>
                </a:lnTo>
                <a:lnTo>
                  <a:pt x="501184" y="242570"/>
                </a:lnTo>
                <a:lnTo>
                  <a:pt x="502847" y="240030"/>
                </a:lnTo>
                <a:lnTo>
                  <a:pt x="505185" y="234950"/>
                </a:lnTo>
                <a:lnTo>
                  <a:pt x="505771" y="231140"/>
                </a:lnTo>
                <a:lnTo>
                  <a:pt x="505771" y="173990"/>
                </a:lnTo>
                <a:lnTo>
                  <a:pt x="485785" y="153670"/>
                </a:lnTo>
                <a:lnTo>
                  <a:pt x="521177" y="153670"/>
                </a:lnTo>
                <a:lnTo>
                  <a:pt x="521991" y="154940"/>
                </a:lnTo>
                <a:lnTo>
                  <a:pt x="526584" y="165100"/>
                </a:lnTo>
                <a:lnTo>
                  <a:pt x="527749" y="171450"/>
                </a:lnTo>
                <a:lnTo>
                  <a:pt x="527771" y="266700"/>
                </a:lnTo>
                <a:lnTo>
                  <a:pt x="505791" y="266700"/>
                </a:lnTo>
                <a:lnTo>
                  <a:pt x="498714" y="271780"/>
                </a:lnTo>
                <a:lnTo>
                  <a:pt x="491054" y="273050"/>
                </a:lnTo>
                <a:lnTo>
                  <a:pt x="459702" y="273050"/>
                </a:lnTo>
                <a:lnTo>
                  <a:pt x="459702" y="392430"/>
                </a:lnTo>
                <a:close/>
              </a:path>
              <a:path w="528319" h="652779">
                <a:moveTo>
                  <a:pt x="316414" y="248920"/>
                </a:moveTo>
                <a:lnTo>
                  <a:pt x="262089" y="248920"/>
                </a:lnTo>
                <a:lnTo>
                  <a:pt x="330468" y="213360"/>
                </a:lnTo>
                <a:lnTo>
                  <a:pt x="330468" y="208280"/>
                </a:lnTo>
                <a:lnTo>
                  <a:pt x="358719" y="180340"/>
                </a:lnTo>
                <a:lnTo>
                  <a:pt x="367358" y="180340"/>
                </a:lnTo>
                <a:lnTo>
                  <a:pt x="394786" y="204470"/>
                </a:lnTo>
                <a:lnTo>
                  <a:pt x="360700" y="204470"/>
                </a:lnTo>
                <a:lnTo>
                  <a:pt x="358696" y="205740"/>
                </a:lnTo>
                <a:lnTo>
                  <a:pt x="355373" y="208280"/>
                </a:lnTo>
                <a:lnTo>
                  <a:pt x="354541" y="210820"/>
                </a:lnTo>
                <a:lnTo>
                  <a:pt x="354536" y="214630"/>
                </a:lnTo>
                <a:lnTo>
                  <a:pt x="355366" y="217170"/>
                </a:lnTo>
                <a:lnTo>
                  <a:pt x="358687" y="220980"/>
                </a:lnTo>
                <a:lnTo>
                  <a:pt x="394789" y="220980"/>
                </a:lnTo>
                <a:lnTo>
                  <a:pt x="391485" y="229870"/>
                </a:lnTo>
                <a:lnTo>
                  <a:pt x="389132" y="232410"/>
                </a:lnTo>
                <a:lnTo>
                  <a:pt x="385468" y="236220"/>
                </a:lnTo>
                <a:lnTo>
                  <a:pt x="340654" y="236220"/>
                </a:lnTo>
                <a:lnTo>
                  <a:pt x="316414" y="248920"/>
                </a:lnTo>
                <a:close/>
              </a:path>
              <a:path w="528319" h="652779">
                <a:moveTo>
                  <a:pt x="394789" y="220980"/>
                </a:moveTo>
                <a:lnTo>
                  <a:pt x="367401" y="220980"/>
                </a:lnTo>
                <a:lnTo>
                  <a:pt x="370727" y="217170"/>
                </a:lnTo>
                <a:lnTo>
                  <a:pt x="371559" y="214630"/>
                </a:lnTo>
                <a:lnTo>
                  <a:pt x="371560" y="210820"/>
                </a:lnTo>
                <a:lnTo>
                  <a:pt x="370729" y="208280"/>
                </a:lnTo>
                <a:lnTo>
                  <a:pt x="367406" y="205740"/>
                </a:lnTo>
                <a:lnTo>
                  <a:pt x="365400" y="204470"/>
                </a:lnTo>
                <a:lnTo>
                  <a:pt x="394786" y="204470"/>
                </a:lnTo>
                <a:lnTo>
                  <a:pt x="395613" y="208280"/>
                </a:lnTo>
                <a:lnTo>
                  <a:pt x="395615" y="217170"/>
                </a:lnTo>
                <a:lnTo>
                  <a:pt x="394789" y="220980"/>
                </a:lnTo>
                <a:close/>
              </a:path>
              <a:path w="528319" h="652779">
                <a:moveTo>
                  <a:pt x="371523" y="245110"/>
                </a:moveTo>
                <a:lnTo>
                  <a:pt x="354378" y="245110"/>
                </a:lnTo>
                <a:lnTo>
                  <a:pt x="346913" y="242570"/>
                </a:lnTo>
                <a:lnTo>
                  <a:pt x="340654" y="236220"/>
                </a:lnTo>
                <a:lnTo>
                  <a:pt x="385468" y="236220"/>
                </a:lnTo>
                <a:lnTo>
                  <a:pt x="383025" y="238760"/>
                </a:lnTo>
                <a:lnTo>
                  <a:pt x="379503" y="241300"/>
                </a:lnTo>
                <a:lnTo>
                  <a:pt x="371523" y="245110"/>
                </a:lnTo>
                <a:close/>
              </a:path>
              <a:path w="528319" h="652779">
                <a:moveTo>
                  <a:pt x="248834" y="304800"/>
                </a:moveTo>
                <a:lnTo>
                  <a:pt x="232038" y="304800"/>
                </a:lnTo>
                <a:lnTo>
                  <a:pt x="224082" y="300990"/>
                </a:lnTo>
                <a:lnTo>
                  <a:pt x="207543" y="273050"/>
                </a:lnTo>
                <a:lnTo>
                  <a:pt x="207443" y="269240"/>
                </a:lnTo>
                <a:lnTo>
                  <a:pt x="234641" y="240030"/>
                </a:lnTo>
                <a:lnTo>
                  <a:pt x="243195" y="240030"/>
                </a:lnTo>
                <a:lnTo>
                  <a:pt x="247340" y="241300"/>
                </a:lnTo>
                <a:lnTo>
                  <a:pt x="255364" y="243840"/>
                </a:lnTo>
                <a:lnTo>
                  <a:pt x="258943" y="246380"/>
                </a:lnTo>
                <a:lnTo>
                  <a:pt x="262089" y="248920"/>
                </a:lnTo>
                <a:lnTo>
                  <a:pt x="316414" y="248920"/>
                </a:lnTo>
                <a:lnTo>
                  <a:pt x="287325" y="264160"/>
                </a:lnTo>
                <a:lnTo>
                  <a:pt x="237702" y="264160"/>
                </a:lnTo>
                <a:lnTo>
                  <a:pt x="235696" y="265430"/>
                </a:lnTo>
                <a:lnTo>
                  <a:pt x="232373" y="267970"/>
                </a:lnTo>
                <a:lnTo>
                  <a:pt x="231543" y="270510"/>
                </a:lnTo>
                <a:lnTo>
                  <a:pt x="231546" y="275590"/>
                </a:lnTo>
                <a:lnTo>
                  <a:pt x="232379" y="276860"/>
                </a:lnTo>
                <a:lnTo>
                  <a:pt x="235705" y="280670"/>
                </a:lnTo>
                <a:lnTo>
                  <a:pt x="292398" y="280670"/>
                </a:lnTo>
                <a:lnTo>
                  <a:pt x="326027" y="295910"/>
                </a:lnTo>
                <a:lnTo>
                  <a:pt x="263188" y="295910"/>
                </a:lnTo>
                <a:lnTo>
                  <a:pt x="260182" y="298450"/>
                </a:lnTo>
                <a:lnTo>
                  <a:pt x="256710" y="300990"/>
                </a:lnTo>
                <a:lnTo>
                  <a:pt x="248834" y="304800"/>
                </a:lnTo>
                <a:close/>
              </a:path>
              <a:path w="528319" h="652779">
                <a:moveTo>
                  <a:pt x="292398" y="280670"/>
                </a:moveTo>
                <a:lnTo>
                  <a:pt x="244414" y="280670"/>
                </a:lnTo>
                <a:lnTo>
                  <a:pt x="247732" y="276860"/>
                </a:lnTo>
                <a:lnTo>
                  <a:pt x="248563" y="275590"/>
                </a:lnTo>
                <a:lnTo>
                  <a:pt x="248565" y="270510"/>
                </a:lnTo>
                <a:lnTo>
                  <a:pt x="247734" y="267970"/>
                </a:lnTo>
                <a:lnTo>
                  <a:pt x="244409" y="265430"/>
                </a:lnTo>
                <a:lnTo>
                  <a:pt x="242403" y="264160"/>
                </a:lnTo>
                <a:lnTo>
                  <a:pt x="287325" y="264160"/>
                </a:lnTo>
                <a:lnTo>
                  <a:pt x="272781" y="271780"/>
                </a:lnTo>
                <a:lnTo>
                  <a:pt x="292398" y="280670"/>
                </a:lnTo>
                <a:close/>
              </a:path>
              <a:path w="528319" h="652779">
                <a:moveTo>
                  <a:pt x="521988" y="439420"/>
                </a:moveTo>
                <a:lnTo>
                  <a:pt x="485826" y="439420"/>
                </a:lnTo>
                <a:lnTo>
                  <a:pt x="488765" y="438150"/>
                </a:lnTo>
                <a:lnTo>
                  <a:pt x="494407" y="436880"/>
                </a:lnTo>
                <a:lnTo>
                  <a:pt x="496897" y="434340"/>
                </a:lnTo>
                <a:lnTo>
                  <a:pt x="501217" y="430530"/>
                </a:lnTo>
                <a:lnTo>
                  <a:pt x="502883" y="427990"/>
                </a:lnTo>
                <a:lnTo>
                  <a:pt x="505230" y="421640"/>
                </a:lnTo>
                <a:lnTo>
                  <a:pt x="505821" y="419100"/>
                </a:lnTo>
                <a:lnTo>
                  <a:pt x="505791" y="266700"/>
                </a:lnTo>
                <a:lnTo>
                  <a:pt x="527771" y="266700"/>
                </a:lnTo>
                <a:lnTo>
                  <a:pt x="527748" y="421640"/>
                </a:lnTo>
                <a:lnTo>
                  <a:pt x="526582" y="427990"/>
                </a:lnTo>
                <a:lnTo>
                  <a:pt x="521988" y="439420"/>
                </a:lnTo>
                <a:close/>
              </a:path>
              <a:path w="528319" h="652779">
                <a:moveTo>
                  <a:pt x="367673" y="365760"/>
                </a:moveTo>
                <a:lnTo>
                  <a:pt x="360185" y="365760"/>
                </a:lnTo>
                <a:lnTo>
                  <a:pt x="355247" y="364490"/>
                </a:lnTo>
                <a:lnTo>
                  <a:pt x="352857" y="363220"/>
                </a:lnTo>
                <a:lnTo>
                  <a:pt x="348239" y="361950"/>
                </a:lnTo>
                <a:lnTo>
                  <a:pt x="346069" y="360680"/>
                </a:lnTo>
                <a:lnTo>
                  <a:pt x="342010" y="358140"/>
                </a:lnTo>
                <a:lnTo>
                  <a:pt x="340172" y="355600"/>
                </a:lnTo>
                <a:lnTo>
                  <a:pt x="336883" y="351790"/>
                </a:lnTo>
                <a:lnTo>
                  <a:pt x="330566" y="336550"/>
                </a:lnTo>
                <a:lnTo>
                  <a:pt x="330612" y="328930"/>
                </a:lnTo>
                <a:lnTo>
                  <a:pt x="331101" y="326390"/>
                </a:lnTo>
                <a:lnTo>
                  <a:pt x="263188" y="295910"/>
                </a:lnTo>
                <a:lnTo>
                  <a:pt x="326027" y="295910"/>
                </a:lnTo>
                <a:lnTo>
                  <a:pt x="345643" y="304800"/>
                </a:lnTo>
                <a:lnTo>
                  <a:pt x="381065" y="304800"/>
                </a:lnTo>
                <a:lnTo>
                  <a:pt x="383169" y="306070"/>
                </a:lnTo>
                <a:lnTo>
                  <a:pt x="385093" y="308610"/>
                </a:lnTo>
                <a:lnTo>
                  <a:pt x="388578" y="311150"/>
                </a:lnTo>
                <a:lnTo>
                  <a:pt x="390094" y="313690"/>
                </a:lnTo>
                <a:lnTo>
                  <a:pt x="392674" y="317500"/>
                </a:lnTo>
                <a:lnTo>
                  <a:pt x="393704" y="320040"/>
                </a:lnTo>
                <a:lnTo>
                  <a:pt x="394861" y="323850"/>
                </a:lnTo>
                <a:lnTo>
                  <a:pt x="360699" y="323850"/>
                </a:lnTo>
                <a:lnTo>
                  <a:pt x="358692" y="325120"/>
                </a:lnTo>
                <a:lnTo>
                  <a:pt x="355366" y="327660"/>
                </a:lnTo>
                <a:lnTo>
                  <a:pt x="354533" y="330200"/>
                </a:lnTo>
                <a:lnTo>
                  <a:pt x="354528" y="335280"/>
                </a:lnTo>
                <a:lnTo>
                  <a:pt x="355357" y="336550"/>
                </a:lnTo>
                <a:lnTo>
                  <a:pt x="358678" y="340360"/>
                </a:lnTo>
                <a:lnTo>
                  <a:pt x="395369" y="340360"/>
                </a:lnTo>
                <a:lnTo>
                  <a:pt x="394735" y="341630"/>
                </a:lnTo>
                <a:lnTo>
                  <a:pt x="392914" y="346710"/>
                </a:lnTo>
                <a:lnTo>
                  <a:pt x="391752" y="349250"/>
                </a:lnTo>
                <a:lnTo>
                  <a:pt x="388922" y="353060"/>
                </a:lnTo>
                <a:lnTo>
                  <a:pt x="387292" y="355600"/>
                </a:lnTo>
                <a:lnTo>
                  <a:pt x="370125" y="364490"/>
                </a:lnTo>
                <a:lnTo>
                  <a:pt x="367673" y="365760"/>
                </a:lnTo>
                <a:close/>
              </a:path>
              <a:path w="528319" h="652779">
                <a:moveTo>
                  <a:pt x="381065" y="304800"/>
                </a:moveTo>
                <a:lnTo>
                  <a:pt x="345643" y="304800"/>
                </a:lnTo>
                <a:lnTo>
                  <a:pt x="347756" y="303530"/>
                </a:lnTo>
                <a:lnTo>
                  <a:pt x="349994" y="302260"/>
                </a:lnTo>
                <a:lnTo>
                  <a:pt x="354720" y="300990"/>
                </a:lnTo>
                <a:lnTo>
                  <a:pt x="357146" y="299720"/>
                </a:lnTo>
                <a:lnTo>
                  <a:pt x="369592" y="299720"/>
                </a:lnTo>
                <a:lnTo>
                  <a:pt x="372015" y="300990"/>
                </a:lnTo>
                <a:lnTo>
                  <a:pt x="376730" y="302260"/>
                </a:lnTo>
                <a:lnTo>
                  <a:pt x="378961" y="303530"/>
                </a:lnTo>
                <a:lnTo>
                  <a:pt x="381065" y="304800"/>
                </a:lnTo>
                <a:close/>
              </a:path>
              <a:path w="528319" h="652779">
                <a:moveTo>
                  <a:pt x="395369" y="340360"/>
                </a:moveTo>
                <a:lnTo>
                  <a:pt x="367390" y="340360"/>
                </a:lnTo>
                <a:lnTo>
                  <a:pt x="370716" y="336550"/>
                </a:lnTo>
                <a:lnTo>
                  <a:pt x="371549" y="335280"/>
                </a:lnTo>
                <a:lnTo>
                  <a:pt x="371553" y="330200"/>
                </a:lnTo>
                <a:lnTo>
                  <a:pt x="370724" y="327660"/>
                </a:lnTo>
                <a:lnTo>
                  <a:pt x="367404" y="325120"/>
                </a:lnTo>
                <a:lnTo>
                  <a:pt x="365399" y="323850"/>
                </a:lnTo>
                <a:lnTo>
                  <a:pt x="394861" y="323850"/>
                </a:lnTo>
                <a:lnTo>
                  <a:pt x="395246" y="325120"/>
                </a:lnTo>
                <a:lnTo>
                  <a:pt x="395737" y="327660"/>
                </a:lnTo>
                <a:lnTo>
                  <a:pt x="396160" y="332740"/>
                </a:lnTo>
                <a:lnTo>
                  <a:pt x="396087" y="335280"/>
                </a:lnTo>
                <a:lnTo>
                  <a:pt x="395369" y="340360"/>
                </a:lnTo>
                <a:close/>
              </a:path>
              <a:path w="528319" h="652779">
                <a:moveTo>
                  <a:pt x="368285" y="488950"/>
                </a:moveTo>
                <a:lnTo>
                  <a:pt x="337551" y="488950"/>
                </a:lnTo>
                <a:lnTo>
                  <a:pt x="340064" y="487680"/>
                </a:lnTo>
                <a:lnTo>
                  <a:pt x="342178" y="486410"/>
                </a:lnTo>
                <a:lnTo>
                  <a:pt x="344259" y="483870"/>
                </a:lnTo>
                <a:lnTo>
                  <a:pt x="345302" y="481330"/>
                </a:lnTo>
                <a:lnTo>
                  <a:pt x="345307" y="414020"/>
                </a:lnTo>
                <a:lnTo>
                  <a:pt x="369690" y="414020"/>
                </a:lnTo>
                <a:lnTo>
                  <a:pt x="369686" y="482600"/>
                </a:lnTo>
                <a:lnTo>
                  <a:pt x="368794" y="487680"/>
                </a:lnTo>
                <a:lnTo>
                  <a:pt x="368285" y="488950"/>
                </a:lnTo>
                <a:close/>
              </a:path>
              <a:path w="528319" h="652779">
                <a:moveTo>
                  <a:pt x="416587" y="629920"/>
                </a:moveTo>
                <a:lnTo>
                  <a:pt x="384640" y="629920"/>
                </a:lnTo>
                <a:lnTo>
                  <a:pt x="389346" y="627380"/>
                </a:lnTo>
                <a:lnTo>
                  <a:pt x="397180" y="619760"/>
                </a:lnTo>
                <a:lnTo>
                  <a:pt x="399132" y="615950"/>
                </a:lnTo>
                <a:lnTo>
                  <a:pt x="399127" y="414020"/>
                </a:lnTo>
                <a:lnTo>
                  <a:pt x="421426" y="414020"/>
                </a:lnTo>
                <a:lnTo>
                  <a:pt x="421419" y="615950"/>
                </a:lnTo>
                <a:lnTo>
                  <a:pt x="420343" y="621030"/>
                </a:lnTo>
                <a:lnTo>
                  <a:pt x="416587" y="629920"/>
                </a:lnTo>
                <a:close/>
              </a:path>
              <a:path w="528319" h="652779">
                <a:moveTo>
                  <a:pt x="215402" y="604520"/>
                </a:moveTo>
                <a:lnTo>
                  <a:pt x="206042" y="604520"/>
                </a:lnTo>
                <a:lnTo>
                  <a:pt x="201540" y="603250"/>
                </a:lnTo>
                <a:lnTo>
                  <a:pt x="175430" y="574040"/>
                </a:lnTo>
                <a:lnTo>
                  <a:pt x="175430" y="563880"/>
                </a:lnTo>
                <a:lnTo>
                  <a:pt x="201540" y="534670"/>
                </a:lnTo>
                <a:lnTo>
                  <a:pt x="206042" y="533400"/>
                </a:lnTo>
                <a:lnTo>
                  <a:pt x="215402" y="533400"/>
                </a:lnTo>
                <a:lnTo>
                  <a:pt x="242561" y="553720"/>
                </a:lnTo>
                <a:lnTo>
                  <a:pt x="206757" y="553720"/>
                </a:lnTo>
                <a:lnTo>
                  <a:pt x="203023" y="556260"/>
                </a:lnTo>
                <a:lnTo>
                  <a:pt x="201375" y="556260"/>
                </a:lnTo>
                <a:lnTo>
                  <a:pt x="198517" y="560070"/>
                </a:lnTo>
                <a:lnTo>
                  <a:pt x="197416" y="561340"/>
                </a:lnTo>
                <a:lnTo>
                  <a:pt x="195869" y="565150"/>
                </a:lnTo>
                <a:lnTo>
                  <a:pt x="195482" y="566420"/>
                </a:lnTo>
                <a:lnTo>
                  <a:pt x="195482" y="571500"/>
                </a:lnTo>
                <a:lnTo>
                  <a:pt x="195869" y="572770"/>
                </a:lnTo>
                <a:lnTo>
                  <a:pt x="197416" y="576580"/>
                </a:lnTo>
                <a:lnTo>
                  <a:pt x="198517" y="577850"/>
                </a:lnTo>
                <a:lnTo>
                  <a:pt x="201375" y="581660"/>
                </a:lnTo>
                <a:lnTo>
                  <a:pt x="203023" y="582930"/>
                </a:lnTo>
                <a:lnTo>
                  <a:pt x="206757" y="584200"/>
                </a:lnTo>
                <a:lnTo>
                  <a:pt x="242561" y="584200"/>
                </a:lnTo>
                <a:lnTo>
                  <a:pt x="241537" y="586740"/>
                </a:lnTo>
                <a:lnTo>
                  <a:pt x="238987" y="590550"/>
                </a:lnTo>
                <a:lnTo>
                  <a:pt x="232368" y="596900"/>
                </a:lnTo>
                <a:lnTo>
                  <a:pt x="228552" y="599440"/>
                </a:lnTo>
                <a:lnTo>
                  <a:pt x="219904" y="603250"/>
                </a:lnTo>
                <a:lnTo>
                  <a:pt x="215402" y="604520"/>
                </a:lnTo>
                <a:close/>
              </a:path>
              <a:path w="528319" h="652779">
                <a:moveTo>
                  <a:pt x="242561" y="584200"/>
                </a:moveTo>
                <a:lnTo>
                  <a:pt x="214687" y="584200"/>
                </a:lnTo>
                <a:lnTo>
                  <a:pt x="218421" y="582930"/>
                </a:lnTo>
                <a:lnTo>
                  <a:pt x="220069" y="581660"/>
                </a:lnTo>
                <a:lnTo>
                  <a:pt x="222927" y="577850"/>
                </a:lnTo>
                <a:lnTo>
                  <a:pt x="224029" y="576580"/>
                </a:lnTo>
                <a:lnTo>
                  <a:pt x="225575" y="572770"/>
                </a:lnTo>
                <a:lnTo>
                  <a:pt x="225962" y="571500"/>
                </a:lnTo>
                <a:lnTo>
                  <a:pt x="225962" y="566420"/>
                </a:lnTo>
                <a:lnTo>
                  <a:pt x="225575" y="565150"/>
                </a:lnTo>
                <a:lnTo>
                  <a:pt x="224029" y="561340"/>
                </a:lnTo>
                <a:lnTo>
                  <a:pt x="222927" y="560070"/>
                </a:lnTo>
                <a:lnTo>
                  <a:pt x="220069" y="556260"/>
                </a:lnTo>
                <a:lnTo>
                  <a:pt x="218421" y="556260"/>
                </a:lnTo>
                <a:lnTo>
                  <a:pt x="214687" y="553720"/>
                </a:lnTo>
                <a:lnTo>
                  <a:pt x="242561" y="553720"/>
                </a:lnTo>
                <a:lnTo>
                  <a:pt x="245119" y="560070"/>
                </a:lnTo>
                <a:lnTo>
                  <a:pt x="246015" y="563880"/>
                </a:lnTo>
                <a:lnTo>
                  <a:pt x="246015" y="574040"/>
                </a:lnTo>
                <a:lnTo>
                  <a:pt x="245119" y="577850"/>
                </a:lnTo>
                <a:lnTo>
                  <a:pt x="242561" y="58420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845800" y="7188658"/>
            <a:ext cx="567690" cy="542925"/>
          </a:xfrm>
          <a:custGeom>
            <a:avLst/>
            <a:gdLst/>
            <a:ahLst/>
            <a:cxnLst/>
            <a:rect l="l" t="t" r="r" b="b"/>
            <a:pathLst>
              <a:path w="567690" h="542925">
                <a:moveTo>
                  <a:pt x="445203" y="542924"/>
                </a:moveTo>
                <a:lnTo>
                  <a:pt x="765" y="542924"/>
                </a:lnTo>
                <a:lnTo>
                  <a:pt x="5" y="541092"/>
                </a:lnTo>
                <a:lnTo>
                  <a:pt x="0" y="6623"/>
                </a:lnTo>
                <a:lnTo>
                  <a:pt x="889" y="4468"/>
                </a:lnTo>
                <a:lnTo>
                  <a:pt x="4453" y="895"/>
                </a:lnTo>
                <a:lnTo>
                  <a:pt x="6606" y="0"/>
                </a:lnTo>
                <a:lnTo>
                  <a:pt x="310963" y="0"/>
                </a:lnTo>
                <a:lnTo>
                  <a:pt x="313302" y="1117"/>
                </a:lnTo>
                <a:lnTo>
                  <a:pt x="315117" y="3329"/>
                </a:lnTo>
                <a:lnTo>
                  <a:pt x="329374" y="18216"/>
                </a:lnTo>
                <a:lnTo>
                  <a:pt x="18262" y="18216"/>
                </a:lnTo>
                <a:lnTo>
                  <a:pt x="18262" y="529426"/>
                </a:lnTo>
                <a:lnTo>
                  <a:pt x="445953" y="529426"/>
                </a:lnTo>
                <a:lnTo>
                  <a:pt x="445962" y="541092"/>
                </a:lnTo>
                <a:lnTo>
                  <a:pt x="445203" y="542924"/>
                </a:lnTo>
                <a:close/>
              </a:path>
              <a:path w="567690" h="542925">
                <a:moveTo>
                  <a:pt x="387536" y="431057"/>
                </a:moveTo>
                <a:lnTo>
                  <a:pt x="380306" y="427496"/>
                </a:lnTo>
                <a:lnTo>
                  <a:pt x="378627" y="424595"/>
                </a:lnTo>
                <a:lnTo>
                  <a:pt x="378885" y="420573"/>
                </a:lnTo>
                <a:lnTo>
                  <a:pt x="382256" y="360664"/>
                </a:lnTo>
                <a:lnTo>
                  <a:pt x="382298" y="360511"/>
                </a:lnTo>
                <a:lnTo>
                  <a:pt x="427724" y="272041"/>
                </a:lnTo>
                <a:lnTo>
                  <a:pt x="427724" y="152669"/>
                </a:lnTo>
                <a:lnTo>
                  <a:pt x="305587" y="152669"/>
                </a:lnTo>
                <a:lnTo>
                  <a:pt x="303434" y="151778"/>
                </a:lnTo>
                <a:lnTo>
                  <a:pt x="299868" y="148211"/>
                </a:lnTo>
                <a:lnTo>
                  <a:pt x="298976" y="146059"/>
                </a:lnTo>
                <a:lnTo>
                  <a:pt x="298976" y="18216"/>
                </a:lnTo>
                <a:lnTo>
                  <a:pt x="329374" y="18216"/>
                </a:lnTo>
                <a:lnTo>
                  <a:pt x="342363" y="31779"/>
                </a:lnTo>
                <a:lnTo>
                  <a:pt x="317193" y="31779"/>
                </a:lnTo>
                <a:lnTo>
                  <a:pt x="317193" y="134446"/>
                </a:lnTo>
                <a:lnTo>
                  <a:pt x="440689" y="134446"/>
                </a:lnTo>
                <a:lnTo>
                  <a:pt x="444191" y="138103"/>
                </a:lnTo>
                <a:lnTo>
                  <a:pt x="444827" y="139103"/>
                </a:lnTo>
                <a:lnTo>
                  <a:pt x="445258" y="140235"/>
                </a:lnTo>
                <a:lnTo>
                  <a:pt x="445354" y="140597"/>
                </a:lnTo>
                <a:lnTo>
                  <a:pt x="445474" y="141335"/>
                </a:lnTo>
                <a:lnTo>
                  <a:pt x="445706" y="142049"/>
                </a:lnTo>
                <a:lnTo>
                  <a:pt x="445828" y="142703"/>
                </a:lnTo>
                <a:lnTo>
                  <a:pt x="445885" y="237189"/>
                </a:lnTo>
                <a:lnTo>
                  <a:pt x="466434" y="237189"/>
                </a:lnTo>
                <a:lnTo>
                  <a:pt x="403510" y="357286"/>
                </a:lnTo>
                <a:lnTo>
                  <a:pt x="431382" y="371880"/>
                </a:lnTo>
                <a:lnTo>
                  <a:pt x="451933" y="371880"/>
                </a:lnTo>
                <a:lnTo>
                  <a:pt x="449924" y="375718"/>
                </a:lnTo>
                <a:lnTo>
                  <a:pt x="399546" y="375718"/>
                </a:lnTo>
                <a:lnTo>
                  <a:pt x="398146" y="401570"/>
                </a:lnTo>
                <a:lnTo>
                  <a:pt x="427724" y="401570"/>
                </a:lnTo>
                <a:lnTo>
                  <a:pt x="393890" y="427964"/>
                </a:lnTo>
                <a:lnTo>
                  <a:pt x="390859" y="430620"/>
                </a:lnTo>
                <a:lnTo>
                  <a:pt x="387536" y="431057"/>
                </a:lnTo>
                <a:close/>
              </a:path>
              <a:path w="567690" h="542925">
                <a:moveTo>
                  <a:pt x="440689" y="134446"/>
                </a:moveTo>
                <a:lnTo>
                  <a:pt x="415499" y="134446"/>
                </a:lnTo>
                <a:lnTo>
                  <a:pt x="317193" y="31779"/>
                </a:lnTo>
                <a:lnTo>
                  <a:pt x="342363" y="31779"/>
                </a:lnTo>
                <a:lnTo>
                  <a:pt x="440689" y="134446"/>
                </a:lnTo>
                <a:close/>
              </a:path>
              <a:path w="567690" h="542925">
                <a:moveTo>
                  <a:pt x="223945" y="93952"/>
                </a:moveTo>
                <a:lnTo>
                  <a:pt x="221059" y="93952"/>
                </a:lnTo>
                <a:lnTo>
                  <a:pt x="101708" y="92412"/>
                </a:lnTo>
                <a:lnTo>
                  <a:pt x="98824" y="92412"/>
                </a:lnTo>
                <a:lnTo>
                  <a:pt x="96361" y="91392"/>
                </a:lnTo>
                <a:lnTo>
                  <a:pt x="92280" y="87311"/>
                </a:lnTo>
                <a:lnTo>
                  <a:pt x="91260" y="84848"/>
                </a:lnTo>
                <a:lnTo>
                  <a:pt x="91260" y="79077"/>
                </a:lnTo>
                <a:lnTo>
                  <a:pt x="92280" y="76615"/>
                </a:lnTo>
                <a:lnTo>
                  <a:pt x="96361" y="72534"/>
                </a:lnTo>
                <a:lnTo>
                  <a:pt x="98824" y="71514"/>
                </a:lnTo>
                <a:lnTo>
                  <a:pt x="101709" y="71514"/>
                </a:lnTo>
                <a:lnTo>
                  <a:pt x="221060" y="73053"/>
                </a:lnTo>
                <a:lnTo>
                  <a:pt x="223945" y="73053"/>
                </a:lnTo>
                <a:lnTo>
                  <a:pt x="226408" y="74073"/>
                </a:lnTo>
                <a:lnTo>
                  <a:pt x="230489" y="78154"/>
                </a:lnTo>
                <a:lnTo>
                  <a:pt x="231509" y="80617"/>
                </a:lnTo>
                <a:lnTo>
                  <a:pt x="231509" y="86388"/>
                </a:lnTo>
                <a:lnTo>
                  <a:pt x="230489" y="88851"/>
                </a:lnTo>
                <a:lnTo>
                  <a:pt x="226408" y="92932"/>
                </a:lnTo>
                <a:lnTo>
                  <a:pt x="223945" y="93952"/>
                </a:lnTo>
                <a:close/>
              </a:path>
              <a:path w="567690" h="542925">
                <a:moveTo>
                  <a:pt x="466434" y="237189"/>
                </a:moveTo>
                <a:lnTo>
                  <a:pt x="445885" y="237189"/>
                </a:lnTo>
                <a:lnTo>
                  <a:pt x="507159" y="120175"/>
                </a:lnTo>
                <a:lnTo>
                  <a:pt x="508934" y="118686"/>
                </a:lnTo>
                <a:lnTo>
                  <a:pt x="513721" y="117183"/>
                </a:lnTo>
                <a:lnTo>
                  <a:pt x="516028" y="117390"/>
                </a:lnTo>
                <a:lnTo>
                  <a:pt x="557066" y="138862"/>
                </a:lnTo>
                <a:lnTo>
                  <a:pt x="517908" y="138862"/>
                </a:lnTo>
                <a:lnTo>
                  <a:pt x="510049" y="153847"/>
                </a:lnTo>
                <a:lnTo>
                  <a:pt x="509795" y="153847"/>
                </a:lnTo>
                <a:lnTo>
                  <a:pt x="537859" y="168538"/>
                </a:lnTo>
                <a:lnTo>
                  <a:pt x="558375" y="168538"/>
                </a:lnTo>
                <a:lnTo>
                  <a:pt x="557587" y="170043"/>
                </a:lnTo>
                <a:lnTo>
                  <a:pt x="501566" y="170043"/>
                </a:lnTo>
                <a:lnTo>
                  <a:pt x="466434" y="237189"/>
                </a:lnTo>
                <a:close/>
              </a:path>
              <a:path w="567690" h="542925">
                <a:moveTo>
                  <a:pt x="224416" y="153847"/>
                </a:moveTo>
                <a:lnTo>
                  <a:pt x="205938" y="153847"/>
                </a:lnTo>
                <a:lnTo>
                  <a:pt x="101708" y="152502"/>
                </a:lnTo>
                <a:lnTo>
                  <a:pt x="98824" y="152502"/>
                </a:lnTo>
                <a:lnTo>
                  <a:pt x="96361" y="151482"/>
                </a:lnTo>
                <a:lnTo>
                  <a:pt x="92280" y="147401"/>
                </a:lnTo>
                <a:lnTo>
                  <a:pt x="91260" y="144938"/>
                </a:lnTo>
                <a:lnTo>
                  <a:pt x="91386" y="138862"/>
                </a:lnTo>
                <a:lnTo>
                  <a:pt x="92280" y="136705"/>
                </a:lnTo>
                <a:lnTo>
                  <a:pt x="96361" y="132624"/>
                </a:lnTo>
                <a:lnTo>
                  <a:pt x="98824" y="131604"/>
                </a:lnTo>
                <a:lnTo>
                  <a:pt x="101709" y="131604"/>
                </a:lnTo>
                <a:lnTo>
                  <a:pt x="221060" y="133143"/>
                </a:lnTo>
                <a:lnTo>
                  <a:pt x="223945" y="133143"/>
                </a:lnTo>
                <a:lnTo>
                  <a:pt x="226408" y="134163"/>
                </a:lnTo>
                <a:lnTo>
                  <a:pt x="230489" y="138244"/>
                </a:lnTo>
                <a:lnTo>
                  <a:pt x="231464" y="140597"/>
                </a:lnTo>
                <a:lnTo>
                  <a:pt x="231509" y="146478"/>
                </a:lnTo>
                <a:lnTo>
                  <a:pt x="230489" y="148941"/>
                </a:lnTo>
                <a:lnTo>
                  <a:pt x="226408" y="153021"/>
                </a:lnTo>
                <a:lnTo>
                  <a:pt x="224416" y="153847"/>
                </a:lnTo>
                <a:close/>
              </a:path>
              <a:path w="567690" h="542925">
                <a:moveTo>
                  <a:pt x="558375" y="168538"/>
                </a:moveTo>
                <a:lnTo>
                  <a:pt x="537859" y="168538"/>
                </a:lnTo>
                <a:lnTo>
                  <a:pt x="545773" y="153443"/>
                </a:lnTo>
                <a:lnTo>
                  <a:pt x="517908" y="138862"/>
                </a:lnTo>
                <a:lnTo>
                  <a:pt x="557066" y="138862"/>
                </a:lnTo>
                <a:lnTo>
                  <a:pt x="562192" y="141544"/>
                </a:lnTo>
                <a:lnTo>
                  <a:pt x="564474" y="142703"/>
                </a:lnTo>
                <a:lnTo>
                  <a:pt x="565969" y="144487"/>
                </a:lnTo>
                <a:lnTo>
                  <a:pt x="567356" y="148941"/>
                </a:lnTo>
                <a:lnTo>
                  <a:pt x="567469" y="149303"/>
                </a:lnTo>
                <a:lnTo>
                  <a:pt x="567264" y="151482"/>
                </a:lnTo>
                <a:lnTo>
                  <a:pt x="567167" y="151778"/>
                </a:lnTo>
                <a:lnTo>
                  <a:pt x="566065" y="153847"/>
                </a:lnTo>
                <a:lnTo>
                  <a:pt x="558375" y="168538"/>
                </a:lnTo>
                <a:close/>
              </a:path>
              <a:path w="567690" h="542925">
                <a:moveTo>
                  <a:pt x="451933" y="371880"/>
                </a:moveTo>
                <a:lnTo>
                  <a:pt x="431382" y="371880"/>
                </a:lnTo>
                <a:lnTo>
                  <a:pt x="529430" y="184672"/>
                </a:lnTo>
                <a:lnTo>
                  <a:pt x="501566" y="170043"/>
                </a:lnTo>
                <a:lnTo>
                  <a:pt x="557587" y="170043"/>
                </a:lnTo>
                <a:lnTo>
                  <a:pt x="451933" y="371880"/>
                </a:lnTo>
                <a:close/>
              </a:path>
              <a:path w="567690" h="542925">
                <a:moveTo>
                  <a:pt x="336490" y="242998"/>
                </a:moveTo>
                <a:lnTo>
                  <a:pt x="333457" y="242998"/>
                </a:lnTo>
                <a:lnTo>
                  <a:pt x="101709" y="241460"/>
                </a:lnTo>
                <a:lnTo>
                  <a:pt x="98824" y="241460"/>
                </a:lnTo>
                <a:lnTo>
                  <a:pt x="96361" y="240440"/>
                </a:lnTo>
                <a:lnTo>
                  <a:pt x="92280" y="236359"/>
                </a:lnTo>
                <a:lnTo>
                  <a:pt x="91260" y="233896"/>
                </a:lnTo>
                <a:lnTo>
                  <a:pt x="91260" y="228125"/>
                </a:lnTo>
                <a:lnTo>
                  <a:pt x="92280" y="225662"/>
                </a:lnTo>
                <a:lnTo>
                  <a:pt x="96361" y="221581"/>
                </a:lnTo>
                <a:lnTo>
                  <a:pt x="98824" y="220561"/>
                </a:lnTo>
                <a:lnTo>
                  <a:pt x="101709" y="220561"/>
                </a:lnTo>
                <a:lnTo>
                  <a:pt x="336483" y="222100"/>
                </a:lnTo>
                <a:lnTo>
                  <a:pt x="344052" y="235432"/>
                </a:lnTo>
                <a:lnTo>
                  <a:pt x="343032" y="237895"/>
                </a:lnTo>
                <a:lnTo>
                  <a:pt x="338953" y="241977"/>
                </a:lnTo>
                <a:lnTo>
                  <a:pt x="336490" y="242998"/>
                </a:lnTo>
                <a:close/>
              </a:path>
              <a:path w="567690" h="542925">
                <a:moveTo>
                  <a:pt x="336490" y="317947"/>
                </a:moveTo>
                <a:lnTo>
                  <a:pt x="333457" y="317947"/>
                </a:lnTo>
                <a:lnTo>
                  <a:pt x="101706" y="316408"/>
                </a:lnTo>
                <a:lnTo>
                  <a:pt x="98824" y="316408"/>
                </a:lnTo>
                <a:lnTo>
                  <a:pt x="96361" y="315388"/>
                </a:lnTo>
                <a:lnTo>
                  <a:pt x="92280" y="311308"/>
                </a:lnTo>
                <a:lnTo>
                  <a:pt x="91260" y="308845"/>
                </a:lnTo>
                <a:lnTo>
                  <a:pt x="91260" y="303074"/>
                </a:lnTo>
                <a:lnTo>
                  <a:pt x="92280" y="300611"/>
                </a:lnTo>
                <a:lnTo>
                  <a:pt x="96361" y="296530"/>
                </a:lnTo>
                <a:lnTo>
                  <a:pt x="98824" y="295510"/>
                </a:lnTo>
                <a:lnTo>
                  <a:pt x="101709" y="295510"/>
                </a:lnTo>
                <a:lnTo>
                  <a:pt x="336483" y="297049"/>
                </a:lnTo>
                <a:lnTo>
                  <a:pt x="344052" y="310381"/>
                </a:lnTo>
                <a:lnTo>
                  <a:pt x="343032" y="312844"/>
                </a:lnTo>
                <a:lnTo>
                  <a:pt x="338953" y="316926"/>
                </a:lnTo>
                <a:lnTo>
                  <a:pt x="336490" y="317947"/>
                </a:lnTo>
                <a:close/>
              </a:path>
              <a:path w="567690" h="542925">
                <a:moveTo>
                  <a:pt x="336490" y="396086"/>
                </a:moveTo>
                <a:lnTo>
                  <a:pt x="333466" y="396086"/>
                </a:lnTo>
                <a:lnTo>
                  <a:pt x="101705" y="394541"/>
                </a:lnTo>
                <a:lnTo>
                  <a:pt x="98824" y="394541"/>
                </a:lnTo>
                <a:lnTo>
                  <a:pt x="96361" y="393520"/>
                </a:lnTo>
                <a:lnTo>
                  <a:pt x="92280" y="389440"/>
                </a:lnTo>
                <a:lnTo>
                  <a:pt x="91260" y="386977"/>
                </a:lnTo>
                <a:lnTo>
                  <a:pt x="91260" y="381206"/>
                </a:lnTo>
                <a:lnTo>
                  <a:pt x="92280" y="378743"/>
                </a:lnTo>
                <a:lnTo>
                  <a:pt x="96361" y="374662"/>
                </a:lnTo>
                <a:lnTo>
                  <a:pt x="98824" y="373642"/>
                </a:lnTo>
                <a:lnTo>
                  <a:pt x="101709" y="373642"/>
                </a:lnTo>
                <a:lnTo>
                  <a:pt x="336483" y="375188"/>
                </a:lnTo>
                <a:lnTo>
                  <a:pt x="344052" y="388520"/>
                </a:lnTo>
                <a:lnTo>
                  <a:pt x="343032" y="390983"/>
                </a:lnTo>
                <a:lnTo>
                  <a:pt x="338953" y="395065"/>
                </a:lnTo>
                <a:lnTo>
                  <a:pt x="336490" y="396086"/>
                </a:lnTo>
                <a:close/>
              </a:path>
              <a:path w="567690" h="542925">
                <a:moveTo>
                  <a:pt x="445953" y="529426"/>
                </a:moveTo>
                <a:lnTo>
                  <a:pt x="427724" y="529426"/>
                </a:lnTo>
                <a:lnTo>
                  <a:pt x="427724" y="401570"/>
                </a:lnTo>
                <a:lnTo>
                  <a:pt x="398146" y="401570"/>
                </a:lnTo>
                <a:lnTo>
                  <a:pt x="418508" y="385645"/>
                </a:lnTo>
                <a:lnTo>
                  <a:pt x="399546" y="375718"/>
                </a:lnTo>
                <a:lnTo>
                  <a:pt x="449924" y="375718"/>
                </a:lnTo>
                <a:lnTo>
                  <a:pt x="445836" y="383527"/>
                </a:lnTo>
                <a:lnTo>
                  <a:pt x="445953" y="529426"/>
                </a:lnTo>
                <a:close/>
              </a:path>
              <a:path w="567690" h="542925">
                <a:moveTo>
                  <a:pt x="234035" y="469260"/>
                </a:moveTo>
                <a:lnTo>
                  <a:pt x="101690" y="468876"/>
                </a:lnTo>
                <a:lnTo>
                  <a:pt x="98824" y="468876"/>
                </a:lnTo>
                <a:lnTo>
                  <a:pt x="96361" y="467856"/>
                </a:lnTo>
                <a:lnTo>
                  <a:pt x="92280" y="463775"/>
                </a:lnTo>
                <a:lnTo>
                  <a:pt x="91260" y="461313"/>
                </a:lnTo>
                <a:lnTo>
                  <a:pt x="91260" y="455542"/>
                </a:lnTo>
                <a:lnTo>
                  <a:pt x="92280" y="453079"/>
                </a:lnTo>
                <a:lnTo>
                  <a:pt x="96361" y="448998"/>
                </a:lnTo>
                <a:lnTo>
                  <a:pt x="98824" y="447978"/>
                </a:lnTo>
                <a:lnTo>
                  <a:pt x="234037" y="448361"/>
                </a:lnTo>
                <a:lnTo>
                  <a:pt x="236502" y="449383"/>
                </a:lnTo>
                <a:lnTo>
                  <a:pt x="240581" y="453465"/>
                </a:lnTo>
                <a:lnTo>
                  <a:pt x="241601" y="455928"/>
                </a:lnTo>
                <a:lnTo>
                  <a:pt x="241599" y="461699"/>
                </a:lnTo>
                <a:lnTo>
                  <a:pt x="240578" y="464162"/>
                </a:lnTo>
                <a:lnTo>
                  <a:pt x="236496" y="468241"/>
                </a:lnTo>
                <a:lnTo>
                  <a:pt x="234035" y="46926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17294" y="5425668"/>
            <a:ext cx="542831" cy="584200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2816613" y="4093625"/>
            <a:ext cx="560070" cy="651510"/>
          </a:xfrm>
          <a:custGeom>
            <a:avLst/>
            <a:gdLst/>
            <a:ahLst/>
            <a:cxnLst/>
            <a:rect l="l" t="t" r="r" b="b"/>
            <a:pathLst>
              <a:path w="560069" h="651510">
                <a:moveTo>
                  <a:pt x="283864" y="651509"/>
                </a:moveTo>
                <a:lnTo>
                  <a:pt x="276933" y="651509"/>
                </a:lnTo>
                <a:lnTo>
                  <a:pt x="273724" y="650239"/>
                </a:lnTo>
                <a:lnTo>
                  <a:pt x="270704" y="648969"/>
                </a:lnTo>
                <a:lnTo>
                  <a:pt x="102611" y="567689"/>
                </a:lnTo>
                <a:lnTo>
                  <a:pt x="61334" y="548639"/>
                </a:lnTo>
                <a:lnTo>
                  <a:pt x="57581" y="546099"/>
                </a:lnTo>
                <a:lnTo>
                  <a:pt x="54641" y="543559"/>
                </a:lnTo>
                <a:lnTo>
                  <a:pt x="50388" y="537209"/>
                </a:lnTo>
                <a:lnTo>
                  <a:pt x="49498" y="533399"/>
                </a:lnTo>
                <a:lnTo>
                  <a:pt x="49844" y="529589"/>
                </a:lnTo>
                <a:lnTo>
                  <a:pt x="49929" y="510539"/>
                </a:lnTo>
                <a:lnTo>
                  <a:pt x="50013" y="414019"/>
                </a:lnTo>
                <a:lnTo>
                  <a:pt x="49178" y="412749"/>
                </a:lnTo>
                <a:lnTo>
                  <a:pt x="45916" y="411479"/>
                </a:lnTo>
                <a:lnTo>
                  <a:pt x="37351" y="407669"/>
                </a:lnTo>
                <a:lnTo>
                  <a:pt x="20416" y="397509"/>
                </a:lnTo>
                <a:lnTo>
                  <a:pt x="8319" y="391159"/>
                </a:lnTo>
                <a:lnTo>
                  <a:pt x="6515" y="391159"/>
                </a:lnTo>
                <a:lnTo>
                  <a:pt x="4944" y="389889"/>
                </a:lnTo>
                <a:lnTo>
                  <a:pt x="2268" y="387349"/>
                </a:lnTo>
                <a:lnTo>
                  <a:pt x="1308" y="386079"/>
                </a:lnTo>
                <a:lnTo>
                  <a:pt x="142" y="382269"/>
                </a:lnTo>
                <a:lnTo>
                  <a:pt x="71" y="380999"/>
                </a:lnTo>
                <a:lnTo>
                  <a:pt x="0" y="379729"/>
                </a:lnTo>
                <a:lnTo>
                  <a:pt x="596" y="375919"/>
                </a:lnTo>
                <a:lnTo>
                  <a:pt x="1303" y="374649"/>
                </a:lnTo>
                <a:lnTo>
                  <a:pt x="2418" y="373379"/>
                </a:lnTo>
                <a:lnTo>
                  <a:pt x="13694" y="351789"/>
                </a:lnTo>
                <a:lnTo>
                  <a:pt x="24610" y="330199"/>
                </a:lnTo>
                <a:lnTo>
                  <a:pt x="35362" y="309879"/>
                </a:lnTo>
                <a:lnTo>
                  <a:pt x="46144" y="290829"/>
                </a:lnTo>
                <a:lnTo>
                  <a:pt x="48761" y="285749"/>
                </a:lnTo>
                <a:lnTo>
                  <a:pt x="52338" y="283209"/>
                </a:lnTo>
                <a:lnTo>
                  <a:pt x="56875" y="281939"/>
                </a:lnTo>
                <a:lnTo>
                  <a:pt x="81947" y="271779"/>
                </a:lnTo>
                <a:lnTo>
                  <a:pt x="133929" y="248919"/>
                </a:lnTo>
                <a:lnTo>
                  <a:pt x="171308" y="233679"/>
                </a:lnTo>
                <a:lnTo>
                  <a:pt x="170641" y="228599"/>
                </a:lnTo>
                <a:lnTo>
                  <a:pt x="184138" y="189229"/>
                </a:lnTo>
                <a:lnTo>
                  <a:pt x="202659" y="173989"/>
                </a:lnTo>
                <a:lnTo>
                  <a:pt x="206840" y="171449"/>
                </a:lnTo>
                <a:lnTo>
                  <a:pt x="220395" y="165099"/>
                </a:lnTo>
                <a:lnTo>
                  <a:pt x="227324" y="160019"/>
                </a:lnTo>
                <a:lnTo>
                  <a:pt x="232821" y="156209"/>
                </a:lnTo>
                <a:lnTo>
                  <a:pt x="238126" y="152399"/>
                </a:lnTo>
                <a:lnTo>
                  <a:pt x="243240" y="148589"/>
                </a:lnTo>
                <a:lnTo>
                  <a:pt x="248162" y="143509"/>
                </a:lnTo>
                <a:lnTo>
                  <a:pt x="249503" y="142239"/>
                </a:lnTo>
                <a:lnTo>
                  <a:pt x="251855" y="140969"/>
                </a:lnTo>
                <a:lnTo>
                  <a:pt x="254729" y="137159"/>
                </a:lnTo>
                <a:lnTo>
                  <a:pt x="276431" y="113029"/>
                </a:lnTo>
                <a:lnTo>
                  <a:pt x="312734" y="71119"/>
                </a:lnTo>
                <a:lnTo>
                  <a:pt x="349891" y="29209"/>
                </a:lnTo>
                <a:lnTo>
                  <a:pt x="374153" y="1269"/>
                </a:lnTo>
                <a:lnTo>
                  <a:pt x="374946" y="1269"/>
                </a:lnTo>
                <a:lnTo>
                  <a:pt x="376868" y="0"/>
                </a:lnTo>
                <a:lnTo>
                  <a:pt x="378149" y="1269"/>
                </a:lnTo>
                <a:lnTo>
                  <a:pt x="400077" y="39369"/>
                </a:lnTo>
                <a:lnTo>
                  <a:pt x="373420" y="39369"/>
                </a:lnTo>
                <a:lnTo>
                  <a:pt x="265519" y="160019"/>
                </a:lnTo>
                <a:lnTo>
                  <a:pt x="264953" y="160019"/>
                </a:lnTo>
                <a:lnTo>
                  <a:pt x="264613" y="161289"/>
                </a:lnTo>
                <a:lnTo>
                  <a:pt x="264525" y="162559"/>
                </a:lnTo>
                <a:lnTo>
                  <a:pt x="264905" y="163829"/>
                </a:lnTo>
                <a:lnTo>
                  <a:pt x="265637" y="163829"/>
                </a:lnTo>
                <a:lnTo>
                  <a:pt x="269133" y="170179"/>
                </a:lnTo>
                <a:lnTo>
                  <a:pt x="272028" y="175259"/>
                </a:lnTo>
                <a:lnTo>
                  <a:pt x="245659" y="175259"/>
                </a:lnTo>
                <a:lnTo>
                  <a:pt x="241790" y="177799"/>
                </a:lnTo>
                <a:lnTo>
                  <a:pt x="227427" y="186689"/>
                </a:lnTo>
                <a:lnTo>
                  <a:pt x="220869" y="190499"/>
                </a:lnTo>
                <a:lnTo>
                  <a:pt x="214466" y="194309"/>
                </a:lnTo>
                <a:lnTo>
                  <a:pt x="193378" y="228599"/>
                </a:lnTo>
                <a:lnTo>
                  <a:pt x="194430" y="236219"/>
                </a:lnTo>
                <a:lnTo>
                  <a:pt x="195671" y="240029"/>
                </a:lnTo>
                <a:lnTo>
                  <a:pt x="197626" y="245109"/>
                </a:lnTo>
                <a:lnTo>
                  <a:pt x="199368" y="248919"/>
                </a:lnTo>
                <a:lnTo>
                  <a:pt x="206483" y="256539"/>
                </a:lnTo>
                <a:lnTo>
                  <a:pt x="177985" y="256539"/>
                </a:lnTo>
                <a:lnTo>
                  <a:pt x="157762" y="265429"/>
                </a:lnTo>
                <a:lnTo>
                  <a:pt x="116017" y="283209"/>
                </a:lnTo>
                <a:lnTo>
                  <a:pt x="95946" y="290829"/>
                </a:lnTo>
                <a:lnTo>
                  <a:pt x="86261" y="294639"/>
                </a:lnTo>
                <a:lnTo>
                  <a:pt x="116403" y="309879"/>
                </a:lnTo>
                <a:lnTo>
                  <a:pt x="62337" y="309879"/>
                </a:lnTo>
                <a:lnTo>
                  <a:pt x="27961" y="374649"/>
                </a:lnTo>
                <a:lnTo>
                  <a:pt x="69840" y="397509"/>
                </a:lnTo>
                <a:lnTo>
                  <a:pt x="125172" y="426719"/>
                </a:lnTo>
                <a:lnTo>
                  <a:pt x="73515" y="426719"/>
                </a:lnTo>
                <a:lnTo>
                  <a:pt x="73422" y="527049"/>
                </a:lnTo>
                <a:lnTo>
                  <a:pt x="74307" y="528319"/>
                </a:lnTo>
                <a:lnTo>
                  <a:pt x="77393" y="529589"/>
                </a:lnTo>
                <a:lnTo>
                  <a:pt x="267146" y="621029"/>
                </a:lnTo>
                <a:lnTo>
                  <a:pt x="347905" y="621029"/>
                </a:lnTo>
                <a:lnTo>
                  <a:pt x="290328" y="648969"/>
                </a:lnTo>
                <a:lnTo>
                  <a:pt x="287197" y="650239"/>
                </a:lnTo>
                <a:lnTo>
                  <a:pt x="283864" y="651509"/>
                </a:lnTo>
                <a:close/>
              </a:path>
              <a:path w="560069" h="651510">
                <a:moveTo>
                  <a:pt x="449312" y="232409"/>
                </a:moveTo>
                <a:lnTo>
                  <a:pt x="305611" y="232409"/>
                </a:lnTo>
                <a:lnTo>
                  <a:pt x="467690" y="203199"/>
                </a:lnTo>
                <a:lnTo>
                  <a:pt x="373420" y="39369"/>
                </a:lnTo>
                <a:lnTo>
                  <a:pt x="400077" y="39369"/>
                </a:lnTo>
                <a:lnTo>
                  <a:pt x="505329" y="222249"/>
                </a:lnTo>
                <a:lnTo>
                  <a:pt x="449312" y="232409"/>
                </a:lnTo>
                <a:close/>
              </a:path>
              <a:path w="560069" h="651510">
                <a:moveTo>
                  <a:pt x="300986" y="265429"/>
                </a:moveTo>
                <a:lnTo>
                  <a:pt x="235439" y="265429"/>
                </a:lnTo>
                <a:lnTo>
                  <a:pt x="247730" y="261619"/>
                </a:lnTo>
                <a:lnTo>
                  <a:pt x="263684" y="253999"/>
                </a:lnTo>
                <a:lnTo>
                  <a:pt x="275702" y="247649"/>
                </a:lnTo>
                <a:lnTo>
                  <a:pt x="284318" y="242569"/>
                </a:lnTo>
                <a:lnTo>
                  <a:pt x="245659" y="175259"/>
                </a:lnTo>
                <a:lnTo>
                  <a:pt x="272028" y="175259"/>
                </a:lnTo>
                <a:lnTo>
                  <a:pt x="276370" y="182879"/>
                </a:lnTo>
                <a:lnTo>
                  <a:pt x="287620" y="201929"/>
                </a:lnTo>
                <a:lnTo>
                  <a:pt x="303150" y="229869"/>
                </a:lnTo>
                <a:lnTo>
                  <a:pt x="305611" y="232409"/>
                </a:lnTo>
                <a:lnTo>
                  <a:pt x="449312" y="232409"/>
                </a:lnTo>
                <a:lnTo>
                  <a:pt x="407299" y="240029"/>
                </a:lnTo>
                <a:lnTo>
                  <a:pt x="427805" y="248919"/>
                </a:lnTo>
                <a:lnTo>
                  <a:pt x="363852" y="248919"/>
                </a:lnTo>
                <a:lnTo>
                  <a:pt x="298100" y="260349"/>
                </a:lnTo>
                <a:lnTo>
                  <a:pt x="300986" y="265429"/>
                </a:lnTo>
                <a:close/>
              </a:path>
              <a:path w="560069" h="651510">
                <a:moveTo>
                  <a:pt x="334468" y="391159"/>
                </a:moveTo>
                <a:lnTo>
                  <a:pt x="282396" y="391159"/>
                </a:lnTo>
                <a:lnTo>
                  <a:pt x="286214" y="389889"/>
                </a:lnTo>
                <a:lnTo>
                  <a:pt x="305146" y="379729"/>
                </a:lnTo>
                <a:lnTo>
                  <a:pt x="474282" y="294639"/>
                </a:lnTo>
                <a:lnTo>
                  <a:pt x="363852" y="248919"/>
                </a:lnTo>
                <a:lnTo>
                  <a:pt x="427805" y="248919"/>
                </a:lnTo>
                <a:lnTo>
                  <a:pt x="469408" y="266699"/>
                </a:lnTo>
                <a:lnTo>
                  <a:pt x="489472" y="275589"/>
                </a:lnTo>
                <a:lnTo>
                  <a:pt x="497020" y="278129"/>
                </a:lnTo>
                <a:lnTo>
                  <a:pt x="503733" y="281939"/>
                </a:lnTo>
                <a:lnTo>
                  <a:pt x="515490" y="292099"/>
                </a:lnTo>
                <a:lnTo>
                  <a:pt x="520017" y="298449"/>
                </a:lnTo>
                <a:lnTo>
                  <a:pt x="523191" y="306069"/>
                </a:lnTo>
                <a:lnTo>
                  <a:pt x="524981" y="309879"/>
                </a:lnTo>
                <a:lnTo>
                  <a:pt x="498088" y="309879"/>
                </a:lnTo>
                <a:lnTo>
                  <a:pt x="334468" y="391159"/>
                </a:lnTo>
                <a:close/>
              </a:path>
              <a:path w="560069" h="651510">
                <a:moveTo>
                  <a:pt x="232738" y="289559"/>
                </a:moveTo>
                <a:lnTo>
                  <a:pt x="226704" y="288289"/>
                </a:lnTo>
                <a:lnTo>
                  <a:pt x="214686" y="287019"/>
                </a:lnTo>
                <a:lnTo>
                  <a:pt x="208969" y="284479"/>
                </a:lnTo>
                <a:lnTo>
                  <a:pt x="177985" y="256539"/>
                </a:lnTo>
                <a:lnTo>
                  <a:pt x="206483" y="256539"/>
                </a:lnTo>
                <a:lnTo>
                  <a:pt x="207669" y="257809"/>
                </a:lnTo>
                <a:lnTo>
                  <a:pt x="211074" y="260349"/>
                </a:lnTo>
                <a:lnTo>
                  <a:pt x="218752" y="264159"/>
                </a:lnTo>
                <a:lnTo>
                  <a:pt x="222789" y="265429"/>
                </a:lnTo>
                <a:lnTo>
                  <a:pt x="300986" y="265429"/>
                </a:lnTo>
                <a:lnTo>
                  <a:pt x="304593" y="271779"/>
                </a:lnTo>
                <a:lnTo>
                  <a:pt x="277987" y="271779"/>
                </a:lnTo>
                <a:lnTo>
                  <a:pt x="272937" y="274319"/>
                </a:lnTo>
                <a:lnTo>
                  <a:pt x="263572" y="280669"/>
                </a:lnTo>
                <a:lnTo>
                  <a:pt x="267278" y="287019"/>
                </a:lnTo>
                <a:lnTo>
                  <a:pt x="240930" y="287019"/>
                </a:lnTo>
                <a:lnTo>
                  <a:pt x="238797" y="288289"/>
                </a:lnTo>
                <a:lnTo>
                  <a:pt x="232738" y="289559"/>
                </a:lnTo>
                <a:close/>
              </a:path>
              <a:path w="560069" h="651510">
                <a:moveTo>
                  <a:pt x="332820" y="328929"/>
                </a:moveTo>
                <a:lnTo>
                  <a:pt x="291736" y="328929"/>
                </a:lnTo>
                <a:lnTo>
                  <a:pt x="306142" y="320039"/>
                </a:lnTo>
                <a:lnTo>
                  <a:pt x="277987" y="271779"/>
                </a:lnTo>
                <a:lnTo>
                  <a:pt x="304593" y="271779"/>
                </a:lnTo>
                <a:lnTo>
                  <a:pt x="330563" y="317499"/>
                </a:lnTo>
                <a:lnTo>
                  <a:pt x="331811" y="318769"/>
                </a:lnTo>
                <a:lnTo>
                  <a:pt x="332649" y="320039"/>
                </a:lnTo>
                <a:lnTo>
                  <a:pt x="333504" y="323849"/>
                </a:lnTo>
                <a:lnTo>
                  <a:pt x="333473" y="326389"/>
                </a:lnTo>
                <a:lnTo>
                  <a:pt x="332820" y="328929"/>
                </a:lnTo>
                <a:close/>
              </a:path>
              <a:path w="560069" h="651510">
                <a:moveTo>
                  <a:pt x="290236" y="355599"/>
                </a:moveTo>
                <a:lnTo>
                  <a:pt x="282438" y="355599"/>
                </a:lnTo>
                <a:lnTo>
                  <a:pt x="279032" y="353059"/>
                </a:lnTo>
                <a:lnTo>
                  <a:pt x="253291" y="308609"/>
                </a:lnTo>
                <a:lnTo>
                  <a:pt x="248219" y="299719"/>
                </a:lnTo>
                <a:lnTo>
                  <a:pt x="243180" y="290829"/>
                </a:lnTo>
                <a:lnTo>
                  <a:pt x="242391" y="288289"/>
                </a:lnTo>
                <a:lnTo>
                  <a:pt x="240930" y="287019"/>
                </a:lnTo>
                <a:lnTo>
                  <a:pt x="267278" y="287019"/>
                </a:lnTo>
                <a:lnTo>
                  <a:pt x="291736" y="328929"/>
                </a:lnTo>
                <a:lnTo>
                  <a:pt x="332820" y="328929"/>
                </a:lnTo>
                <a:lnTo>
                  <a:pt x="332494" y="330199"/>
                </a:lnTo>
                <a:lnTo>
                  <a:pt x="331601" y="331469"/>
                </a:lnTo>
                <a:lnTo>
                  <a:pt x="329009" y="334009"/>
                </a:lnTo>
                <a:lnTo>
                  <a:pt x="327457" y="335279"/>
                </a:lnTo>
                <a:lnTo>
                  <a:pt x="325649" y="335279"/>
                </a:lnTo>
                <a:lnTo>
                  <a:pt x="317675" y="340359"/>
                </a:lnTo>
                <a:lnTo>
                  <a:pt x="309956" y="345439"/>
                </a:lnTo>
                <a:lnTo>
                  <a:pt x="302728" y="349249"/>
                </a:lnTo>
                <a:lnTo>
                  <a:pt x="296229" y="353059"/>
                </a:lnTo>
                <a:lnTo>
                  <a:pt x="293369" y="354329"/>
                </a:lnTo>
                <a:lnTo>
                  <a:pt x="290236" y="355599"/>
                </a:lnTo>
                <a:close/>
              </a:path>
              <a:path w="560069" h="651510">
                <a:moveTo>
                  <a:pt x="254989" y="482599"/>
                </a:moveTo>
                <a:lnTo>
                  <a:pt x="228690" y="482599"/>
                </a:lnTo>
                <a:lnTo>
                  <a:pt x="264348" y="410209"/>
                </a:lnTo>
                <a:lnTo>
                  <a:pt x="261094" y="408939"/>
                </a:lnTo>
                <a:lnTo>
                  <a:pt x="250078" y="403859"/>
                </a:lnTo>
                <a:lnTo>
                  <a:pt x="240558" y="398779"/>
                </a:lnTo>
                <a:lnTo>
                  <a:pt x="204921" y="380999"/>
                </a:lnTo>
                <a:lnTo>
                  <a:pt x="188497" y="372109"/>
                </a:lnTo>
                <a:lnTo>
                  <a:pt x="168709" y="363219"/>
                </a:lnTo>
                <a:lnTo>
                  <a:pt x="144898" y="350519"/>
                </a:lnTo>
                <a:lnTo>
                  <a:pt x="107154" y="332739"/>
                </a:lnTo>
                <a:lnTo>
                  <a:pt x="99285" y="327659"/>
                </a:lnTo>
                <a:lnTo>
                  <a:pt x="96570" y="326389"/>
                </a:lnTo>
                <a:lnTo>
                  <a:pt x="79711" y="318769"/>
                </a:lnTo>
                <a:lnTo>
                  <a:pt x="62337" y="309879"/>
                </a:lnTo>
                <a:lnTo>
                  <a:pt x="116403" y="309879"/>
                </a:lnTo>
                <a:lnTo>
                  <a:pt x="259327" y="382269"/>
                </a:lnTo>
                <a:lnTo>
                  <a:pt x="278538" y="391159"/>
                </a:lnTo>
                <a:lnTo>
                  <a:pt x="334468" y="391159"/>
                </a:lnTo>
                <a:lnTo>
                  <a:pt x="296119" y="410209"/>
                </a:lnTo>
                <a:lnTo>
                  <a:pt x="303065" y="424179"/>
                </a:lnTo>
                <a:lnTo>
                  <a:pt x="319351" y="457199"/>
                </a:lnTo>
                <a:lnTo>
                  <a:pt x="268099" y="457199"/>
                </a:lnTo>
                <a:lnTo>
                  <a:pt x="262996" y="467359"/>
                </a:lnTo>
                <a:lnTo>
                  <a:pt x="258026" y="476249"/>
                </a:lnTo>
                <a:lnTo>
                  <a:pt x="254989" y="482599"/>
                </a:lnTo>
                <a:close/>
              </a:path>
              <a:path w="560069" h="651510">
                <a:moveTo>
                  <a:pt x="382158" y="482599"/>
                </a:moveTo>
                <a:lnTo>
                  <a:pt x="331878" y="482599"/>
                </a:lnTo>
                <a:lnTo>
                  <a:pt x="532565" y="375919"/>
                </a:lnTo>
                <a:lnTo>
                  <a:pt x="498088" y="309879"/>
                </a:lnTo>
                <a:lnTo>
                  <a:pt x="524981" y="309879"/>
                </a:lnTo>
                <a:lnTo>
                  <a:pt x="528560" y="317499"/>
                </a:lnTo>
                <a:lnTo>
                  <a:pt x="534233" y="328929"/>
                </a:lnTo>
                <a:lnTo>
                  <a:pt x="556000" y="369569"/>
                </a:lnTo>
                <a:lnTo>
                  <a:pt x="559905" y="383539"/>
                </a:lnTo>
                <a:lnTo>
                  <a:pt x="556166" y="388619"/>
                </a:lnTo>
                <a:lnTo>
                  <a:pt x="548118" y="393699"/>
                </a:lnTo>
                <a:lnTo>
                  <a:pt x="533911" y="401319"/>
                </a:lnTo>
                <a:lnTo>
                  <a:pt x="520857" y="408939"/>
                </a:lnTo>
                <a:lnTo>
                  <a:pt x="514290" y="411479"/>
                </a:lnTo>
                <a:lnTo>
                  <a:pt x="512923" y="412749"/>
                </a:lnTo>
                <a:lnTo>
                  <a:pt x="511871" y="412749"/>
                </a:lnTo>
                <a:lnTo>
                  <a:pt x="510397" y="415289"/>
                </a:lnTo>
                <a:lnTo>
                  <a:pt x="510151" y="416559"/>
                </a:lnTo>
                <a:lnTo>
                  <a:pt x="510395" y="417829"/>
                </a:lnTo>
                <a:lnTo>
                  <a:pt x="510428" y="426719"/>
                </a:lnTo>
                <a:lnTo>
                  <a:pt x="486766" y="426719"/>
                </a:lnTo>
                <a:lnTo>
                  <a:pt x="484693" y="427989"/>
                </a:lnTo>
                <a:lnTo>
                  <a:pt x="382158" y="482599"/>
                </a:lnTo>
                <a:close/>
              </a:path>
              <a:path w="560069" h="651510">
                <a:moveTo>
                  <a:pt x="232700" y="510539"/>
                </a:moveTo>
                <a:lnTo>
                  <a:pt x="228381" y="509269"/>
                </a:lnTo>
                <a:lnTo>
                  <a:pt x="224458" y="506729"/>
                </a:lnTo>
                <a:lnTo>
                  <a:pt x="125092" y="453389"/>
                </a:lnTo>
                <a:lnTo>
                  <a:pt x="73515" y="426719"/>
                </a:lnTo>
                <a:lnTo>
                  <a:pt x="125172" y="426719"/>
                </a:lnTo>
                <a:lnTo>
                  <a:pt x="149230" y="439419"/>
                </a:lnTo>
                <a:lnTo>
                  <a:pt x="228690" y="482599"/>
                </a:lnTo>
                <a:lnTo>
                  <a:pt x="254989" y="482599"/>
                </a:lnTo>
                <a:lnTo>
                  <a:pt x="253166" y="486409"/>
                </a:lnTo>
                <a:lnTo>
                  <a:pt x="246333" y="499109"/>
                </a:lnTo>
                <a:lnTo>
                  <a:pt x="244708" y="504189"/>
                </a:lnTo>
                <a:lnTo>
                  <a:pt x="241735" y="507999"/>
                </a:lnTo>
                <a:lnTo>
                  <a:pt x="237415" y="509269"/>
                </a:lnTo>
                <a:lnTo>
                  <a:pt x="232700" y="510539"/>
                </a:lnTo>
                <a:close/>
              </a:path>
              <a:path w="560069" h="651510">
                <a:moveTo>
                  <a:pt x="347905" y="621029"/>
                </a:moveTo>
                <a:lnTo>
                  <a:pt x="292747" y="621029"/>
                </a:lnTo>
                <a:lnTo>
                  <a:pt x="486632" y="528319"/>
                </a:lnTo>
                <a:lnTo>
                  <a:pt x="487036" y="527049"/>
                </a:lnTo>
                <a:lnTo>
                  <a:pt x="486918" y="523239"/>
                </a:lnTo>
                <a:lnTo>
                  <a:pt x="486892" y="506729"/>
                </a:lnTo>
                <a:lnTo>
                  <a:pt x="486766" y="426719"/>
                </a:lnTo>
                <a:lnTo>
                  <a:pt x="510428" y="426719"/>
                </a:lnTo>
                <a:lnTo>
                  <a:pt x="510538" y="468629"/>
                </a:lnTo>
                <a:lnTo>
                  <a:pt x="510660" y="510539"/>
                </a:lnTo>
                <a:lnTo>
                  <a:pt x="510758" y="529589"/>
                </a:lnTo>
                <a:lnTo>
                  <a:pt x="511111" y="533399"/>
                </a:lnTo>
                <a:lnTo>
                  <a:pt x="510265" y="537209"/>
                </a:lnTo>
                <a:lnTo>
                  <a:pt x="506171" y="543559"/>
                </a:lnTo>
                <a:lnTo>
                  <a:pt x="503331" y="546099"/>
                </a:lnTo>
                <a:lnTo>
                  <a:pt x="499698" y="547369"/>
                </a:lnTo>
                <a:lnTo>
                  <a:pt x="347905" y="621029"/>
                </a:lnTo>
                <a:close/>
              </a:path>
              <a:path w="560069" h="651510">
                <a:moveTo>
                  <a:pt x="292747" y="621029"/>
                </a:moveTo>
                <a:lnTo>
                  <a:pt x="268116" y="621029"/>
                </a:lnTo>
                <a:lnTo>
                  <a:pt x="268099" y="457199"/>
                </a:lnTo>
                <a:lnTo>
                  <a:pt x="292672" y="457199"/>
                </a:lnTo>
                <a:lnTo>
                  <a:pt x="292747" y="621029"/>
                </a:lnTo>
                <a:close/>
              </a:path>
              <a:path w="560069" h="651510">
                <a:moveTo>
                  <a:pt x="328149" y="510539"/>
                </a:moveTo>
                <a:lnTo>
                  <a:pt x="323103" y="509269"/>
                </a:lnTo>
                <a:lnTo>
                  <a:pt x="319133" y="507999"/>
                </a:lnTo>
                <a:lnTo>
                  <a:pt x="316604" y="504189"/>
                </a:lnTo>
                <a:lnTo>
                  <a:pt x="292672" y="457199"/>
                </a:lnTo>
                <a:lnTo>
                  <a:pt x="319351" y="457199"/>
                </a:lnTo>
                <a:lnTo>
                  <a:pt x="331878" y="482599"/>
                </a:lnTo>
                <a:lnTo>
                  <a:pt x="382158" y="482599"/>
                </a:lnTo>
                <a:lnTo>
                  <a:pt x="336852" y="506729"/>
                </a:lnTo>
                <a:lnTo>
                  <a:pt x="332732" y="509269"/>
                </a:lnTo>
                <a:lnTo>
                  <a:pt x="328149" y="510539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5801" y="-490111"/>
            <a:ext cx="13876397" cy="275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hyperlink" Target="https://medinex-bio.netlify.ap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C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28609" y="1099966"/>
            <a:ext cx="8092440" cy="9253855"/>
            <a:chOff x="728609" y="1099966"/>
            <a:chExt cx="8092440" cy="9253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609" y="2598370"/>
              <a:ext cx="5857874" cy="58578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8478" y="5192884"/>
              <a:ext cx="2616835" cy="5094605"/>
            </a:xfrm>
            <a:custGeom>
              <a:avLst/>
              <a:gdLst/>
              <a:ahLst/>
              <a:cxnLst/>
              <a:rect l="l" t="t" r="r" b="b"/>
              <a:pathLst>
                <a:path w="2616834" h="5094605">
                  <a:moveTo>
                    <a:pt x="2616391" y="0"/>
                  </a:moveTo>
                  <a:lnTo>
                    <a:pt x="2615728" y="58463"/>
                  </a:lnTo>
                  <a:lnTo>
                    <a:pt x="2614667" y="110518"/>
                  </a:lnTo>
                  <a:lnTo>
                    <a:pt x="2613187" y="162473"/>
                  </a:lnTo>
                  <a:lnTo>
                    <a:pt x="2611289" y="214324"/>
                  </a:lnTo>
                  <a:lnTo>
                    <a:pt x="2608975" y="266071"/>
                  </a:lnTo>
                  <a:lnTo>
                    <a:pt x="2606248" y="317710"/>
                  </a:lnTo>
                  <a:lnTo>
                    <a:pt x="2603110" y="369239"/>
                  </a:lnTo>
                  <a:lnTo>
                    <a:pt x="2599562" y="420656"/>
                  </a:lnTo>
                  <a:lnTo>
                    <a:pt x="2595609" y="471959"/>
                  </a:lnTo>
                  <a:lnTo>
                    <a:pt x="2591251" y="523146"/>
                  </a:lnTo>
                  <a:lnTo>
                    <a:pt x="2586490" y="574214"/>
                  </a:lnTo>
                  <a:lnTo>
                    <a:pt x="2581330" y="625161"/>
                  </a:lnTo>
                  <a:lnTo>
                    <a:pt x="2575773" y="675986"/>
                  </a:lnTo>
                  <a:lnTo>
                    <a:pt x="2569820" y="726684"/>
                  </a:lnTo>
                  <a:lnTo>
                    <a:pt x="2563474" y="777256"/>
                  </a:lnTo>
                  <a:lnTo>
                    <a:pt x="2556737" y="827697"/>
                  </a:lnTo>
                  <a:lnTo>
                    <a:pt x="2549612" y="878006"/>
                  </a:lnTo>
                  <a:lnTo>
                    <a:pt x="2542101" y="928181"/>
                  </a:lnTo>
                  <a:lnTo>
                    <a:pt x="2534205" y="978220"/>
                  </a:lnTo>
                  <a:lnTo>
                    <a:pt x="2525928" y="1028119"/>
                  </a:lnTo>
                  <a:lnTo>
                    <a:pt x="2517271" y="1077878"/>
                  </a:lnTo>
                  <a:lnTo>
                    <a:pt x="2508237" y="1127493"/>
                  </a:lnTo>
                  <a:lnTo>
                    <a:pt x="2498829" y="1176963"/>
                  </a:lnTo>
                  <a:lnTo>
                    <a:pt x="2489047" y="1226285"/>
                  </a:lnTo>
                  <a:lnTo>
                    <a:pt x="2478895" y="1275457"/>
                  </a:lnTo>
                  <a:lnTo>
                    <a:pt x="2468375" y="1324477"/>
                  </a:lnTo>
                  <a:lnTo>
                    <a:pt x="2457488" y="1373343"/>
                  </a:lnTo>
                  <a:lnTo>
                    <a:pt x="2446238" y="1422051"/>
                  </a:lnTo>
                  <a:lnTo>
                    <a:pt x="2434627" y="1470601"/>
                  </a:lnTo>
                  <a:lnTo>
                    <a:pt x="2422657" y="1518990"/>
                  </a:lnTo>
                  <a:lnTo>
                    <a:pt x="2410329" y="1567215"/>
                  </a:lnTo>
                  <a:lnTo>
                    <a:pt x="2397647" y="1615275"/>
                  </a:lnTo>
                  <a:lnTo>
                    <a:pt x="2384613" y="1663167"/>
                  </a:lnTo>
                  <a:lnTo>
                    <a:pt x="2371228" y="1710888"/>
                  </a:lnTo>
                  <a:lnTo>
                    <a:pt x="2357496" y="1758437"/>
                  </a:lnTo>
                  <a:lnTo>
                    <a:pt x="2343418" y="1805812"/>
                  </a:lnTo>
                  <a:lnTo>
                    <a:pt x="2328996" y="1853010"/>
                  </a:lnTo>
                  <a:lnTo>
                    <a:pt x="2314234" y="1900029"/>
                  </a:lnTo>
                  <a:lnTo>
                    <a:pt x="2299133" y="1946866"/>
                  </a:lnTo>
                  <a:lnTo>
                    <a:pt x="2283695" y="1993520"/>
                  </a:lnTo>
                  <a:lnTo>
                    <a:pt x="2267923" y="2039988"/>
                  </a:lnTo>
                  <a:lnTo>
                    <a:pt x="2263781" y="2050358"/>
                  </a:lnTo>
                  <a:lnTo>
                    <a:pt x="2260948" y="2060721"/>
                  </a:lnTo>
                  <a:lnTo>
                    <a:pt x="2258116" y="2071080"/>
                  </a:lnTo>
                  <a:lnTo>
                    <a:pt x="2253977" y="2081436"/>
                  </a:lnTo>
                  <a:lnTo>
                    <a:pt x="2237176" y="2126793"/>
                  </a:lnTo>
                  <a:lnTo>
                    <a:pt x="2220038" y="2172001"/>
                  </a:lnTo>
                  <a:lnTo>
                    <a:pt x="2202565" y="2217056"/>
                  </a:lnTo>
                  <a:lnTo>
                    <a:pt x="2184757" y="2261958"/>
                  </a:lnTo>
                  <a:lnTo>
                    <a:pt x="2166618" y="2306704"/>
                  </a:lnTo>
                  <a:lnTo>
                    <a:pt x="2148149" y="2351294"/>
                  </a:lnTo>
                  <a:lnTo>
                    <a:pt x="2129351" y="2395726"/>
                  </a:lnTo>
                  <a:lnTo>
                    <a:pt x="2110227" y="2439998"/>
                  </a:lnTo>
                  <a:lnTo>
                    <a:pt x="2090777" y="2484108"/>
                  </a:lnTo>
                  <a:lnTo>
                    <a:pt x="2071005" y="2528055"/>
                  </a:lnTo>
                  <a:lnTo>
                    <a:pt x="2050911" y="2571837"/>
                  </a:lnTo>
                  <a:lnTo>
                    <a:pt x="2030497" y="2615453"/>
                  </a:lnTo>
                  <a:lnTo>
                    <a:pt x="2009765" y="2658900"/>
                  </a:lnTo>
                  <a:lnTo>
                    <a:pt x="1988717" y="2702179"/>
                  </a:lnTo>
                  <a:lnTo>
                    <a:pt x="1967355" y="2745286"/>
                  </a:lnTo>
                  <a:lnTo>
                    <a:pt x="1945680" y="2788220"/>
                  </a:lnTo>
                  <a:lnTo>
                    <a:pt x="1923694" y="2830980"/>
                  </a:lnTo>
                  <a:lnTo>
                    <a:pt x="1901399" y="2873563"/>
                  </a:lnTo>
                  <a:lnTo>
                    <a:pt x="1878796" y="2915969"/>
                  </a:lnTo>
                  <a:lnTo>
                    <a:pt x="1855888" y="2958196"/>
                  </a:lnTo>
                  <a:lnTo>
                    <a:pt x="1832676" y="3000242"/>
                  </a:lnTo>
                  <a:lnTo>
                    <a:pt x="1809162" y="3042106"/>
                  </a:lnTo>
                  <a:lnTo>
                    <a:pt x="1785347" y="3083785"/>
                  </a:lnTo>
                  <a:lnTo>
                    <a:pt x="1761233" y="3125279"/>
                  </a:lnTo>
                  <a:lnTo>
                    <a:pt x="1736823" y="3166585"/>
                  </a:lnTo>
                  <a:lnTo>
                    <a:pt x="1712118" y="3207703"/>
                  </a:lnTo>
                  <a:lnTo>
                    <a:pt x="1687119" y="3248630"/>
                  </a:lnTo>
                  <a:lnTo>
                    <a:pt x="1661828" y="3289364"/>
                  </a:lnTo>
                  <a:lnTo>
                    <a:pt x="1636248" y="3329906"/>
                  </a:lnTo>
                  <a:lnTo>
                    <a:pt x="1610379" y="3370251"/>
                  </a:lnTo>
                  <a:lnTo>
                    <a:pt x="1584224" y="3410400"/>
                  </a:lnTo>
                  <a:lnTo>
                    <a:pt x="1557784" y="3450351"/>
                  </a:lnTo>
                  <a:lnTo>
                    <a:pt x="1531061" y="3490101"/>
                  </a:lnTo>
                  <a:lnTo>
                    <a:pt x="1504058" y="3529649"/>
                  </a:lnTo>
                  <a:lnTo>
                    <a:pt x="1476774" y="3568994"/>
                  </a:lnTo>
                  <a:lnTo>
                    <a:pt x="1449213" y="3608134"/>
                  </a:lnTo>
                  <a:lnTo>
                    <a:pt x="1421377" y="3647067"/>
                  </a:lnTo>
                  <a:lnTo>
                    <a:pt x="1393266" y="3685792"/>
                  </a:lnTo>
                  <a:lnTo>
                    <a:pt x="1364882" y="3724308"/>
                  </a:lnTo>
                  <a:lnTo>
                    <a:pt x="1336228" y="3762612"/>
                  </a:lnTo>
                  <a:lnTo>
                    <a:pt x="1307305" y="3800703"/>
                  </a:lnTo>
                  <a:lnTo>
                    <a:pt x="1278115" y="3838579"/>
                  </a:lnTo>
                  <a:lnTo>
                    <a:pt x="1248660" y="3876239"/>
                  </a:lnTo>
                  <a:lnTo>
                    <a:pt x="1218941" y="3913681"/>
                  </a:lnTo>
                  <a:lnTo>
                    <a:pt x="1188960" y="3950904"/>
                  </a:lnTo>
                  <a:lnTo>
                    <a:pt x="1158719" y="3987905"/>
                  </a:lnTo>
                  <a:lnTo>
                    <a:pt x="1128219" y="4024684"/>
                  </a:lnTo>
                  <a:lnTo>
                    <a:pt x="1097463" y="4061239"/>
                  </a:lnTo>
                  <a:lnTo>
                    <a:pt x="1066452" y="4097567"/>
                  </a:lnTo>
                  <a:lnTo>
                    <a:pt x="1035188" y="4133668"/>
                  </a:lnTo>
                  <a:lnTo>
                    <a:pt x="1003673" y="4169540"/>
                  </a:lnTo>
                  <a:lnTo>
                    <a:pt x="971907" y="4205182"/>
                  </a:lnTo>
                  <a:lnTo>
                    <a:pt x="939894" y="4240591"/>
                  </a:lnTo>
                  <a:lnTo>
                    <a:pt x="907635" y="4275766"/>
                  </a:lnTo>
                  <a:lnTo>
                    <a:pt x="875132" y="4310705"/>
                  </a:lnTo>
                  <a:lnTo>
                    <a:pt x="842386" y="4345407"/>
                  </a:lnTo>
                  <a:lnTo>
                    <a:pt x="809399" y="4379871"/>
                  </a:lnTo>
                  <a:lnTo>
                    <a:pt x="776172" y="4414094"/>
                  </a:lnTo>
                  <a:lnTo>
                    <a:pt x="742709" y="4448075"/>
                  </a:lnTo>
                  <a:lnTo>
                    <a:pt x="709010" y="4481813"/>
                  </a:lnTo>
                  <a:lnTo>
                    <a:pt x="675077" y="4515305"/>
                  </a:lnTo>
                  <a:lnTo>
                    <a:pt x="640912" y="4548551"/>
                  </a:lnTo>
                  <a:lnTo>
                    <a:pt x="606516" y="4581548"/>
                  </a:lnTo>
                  <a:lnTo>
                    <a:pt x="571892" y="4614295"/>
                  </a:lnTo>
                  <a:lnTo>
                    <a:pt x="537041" y="4646790"/>
                  </a:lnTo>
                  <a:lnTo>
                    <a:pt x="501965" y="4679032"/>
                  </a:lnTo>
                  <a:lnTo>
                    <a:pt x="466666" y="4711019"/>
                  </a:lnTo>
                  <a:lnTo>
                    <a:pt x="431145" y="4742750"/>
                  </a:lnTo>
                  <a:lnTo>
                    <a:pt x="395404" y="4774223"/>
                  </a:lnTo>
                  <a:lnTo>
                    <a:pt x="359445" y="4805436"/>
                  </a:lnTo>
                  <a:lnTo>
                    <a:pt x="323269" y="4836388"/>
                  </a:lnTo>
                  <a:lnTo>
                    <a:pt x="286879" y="4867076"/>
                  </a:lnTo>
                  <a:lnTo>
                    <a:pt x="250277" y="4897501"/>
                  </a:lnTo>
                  <a:lnTo>
                    <a:pt x="213463" y="4927659"/>
                  </a:lnTo>
                  <a:lnTo>
                    <a:pt x="176439" y="4957549"/>
                  </a:lnTo>
                  <a:lnTo>
                    <a:pt x="139209" y="4987170"/>
                  </a:lnTo>
                  <a:lnTo>
                    <a:pt x="101772" y="5016521"/>
                  </a:lnTo>
                  <a:lnTo>
                    <a:pt x="64131" y="5045598"/>
                  </a:lnTo>
                  <a:lnTo>
                    <a:pt x="26288" y="5074402"/>
                  </a:lnTo>
                  <a:lnTo>
                    <a:pt x="0" y="5094114"/>
                  </a:lnTo>
                </a:path>
              </a:pathLst>
            </a:custGeom>
            <a:ln w="133349">
              <a:solidFill>
                <a:srgbClr val="BEC7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8609" y="2313698"/>
              <a:ext cx="5855970" cy="5842000"/>
            </a:xfrm>
            <a:custGeom>
              <a:avLst/>
              <a:gdLst/>
              <a:ahLst/>
              <a:cxnLst/>
              <a:rect l="l" t="t" r="r" b="b"/>
              <a:pathLst>
                <a:path w="5855970" h="5842000">
                  <a:moveTo>
                    <a:pt x="3215430" y="12699"/>
                  </a:moveTo>
                  <a:lnTo>
                    <a:pt x="2640347" y="12699"/>
                  </a:lnTo>
                  <a:lnTo>
                    <a:pt x="2687756" y="0"/>
                  </a:lnTo>
                  <a:lnTo>
                    <a:pt x="3168021" y="0"/>
                  </a:lnTo>
                  <a:lnTo>
                    <a:pt x="3215430" y="12699"/>
                  </a:lnTo>
                  <a:close/>
                </a:path>
                <a:path w="5855970" h="5842000">
                  <a:moveTo>
                    <a:pt x="3356314" y="25399"/>
                  </a:moveTo>
                  <a:lnTo>
                    <a:pt x="2499463" y="25399"/>
                  </a:lnTo>
                  <a:lnTo>
                    <a:pt x="2546195" y="12699"/>
                  </a:lnTo>
                  <a:lnTo>
                    <a:pt x="3309583" y="12699"/>
                  </a:lnTo>
                  <a:lnTo>
                    <a:pt x="3356314" y="25399"/>
                  </a:lnTo>
                  <a:close/>
                </a:path>
                <a:path w="5855970" h="5842000">
                  <a:moveTo>
                    <a:pt x="3495057" y="50799"/>
                  </a:moveTo>
                  <a:lnTo>
                    <a:pt x="2360721" y="50799"/>
                  </a:lnTo>
                  <a:lnTo>
                    <a:pt x="2452970" y="25399"/>
                  </a:lnTo>
                  <a:lnTo>
                    <a:pt x="3402808" y="25399"/>
                  </a:lnTo>
                  <a:lnTo>
                    <a:pt x="3495057" y="50799"/>
                  </a:lnTo>
                  <a:close/>
                </a:path>
                <a:path w="5855970" h="5842000">
                  <a:moveTo>
                    <a:pt x="3586281" y="5778499"/>
                  </a:moveTo>
                  <a:lnTo>
                    <a:pt x="2269496" y="5778499"/>
                  </a:lnTo>
                  <a:lnTo>
                    <a:pt x="1958971" y="5689599"/>
                  </a:lnTo>
                  <a:lnTo>
                    <a:pt x="1915804" y="5664199"/>
                  </a:lnTo>
                  <a:lnTo>
                    <a:pt x="1830423" y="5638799"/>
                  </a:lnTo>
                  <a:lnTo>
                    <a:pt x="1788222" y="5613399"/>
                  </a:lnTo>
                  <a:lnTo>
                    <a:pt x="1746356" y="5600699"/>
                  </a:lnTo>
                  <a:lnTo>
                    <a:pt x="1704830" y="5575299"/>
                  </a:lnTo>
                  <a:lnTo>
                    <a:pt x="1663651" y="5562599"/>
                  </a:lnTo>
                  <a:lnTo>
                    <a:pt x="1622824" y="5537199"/>
                  </a:lnTo>
                  <a:lnTo>
                    <a:pt x="1582355" y="5524499"/>
                  </a:lnTo>
                  <a:lnTo>
                    <a:pt x="1502518" y="5473699"/>
                  </a:lnTo>
                  <a:lnTo>
                    <a:pt x="1463161" y="5460999"/>
                  </a:lnTo>
                  <a:lnTo>
                    <a:pt x="1385602" y="5410199"/>
                  </a:lnTo>
                  <a:lnTo>
                    <a:pt x="1309621" y="5359399"/>
                  </a:lnTo>
                  <a:lnTo>
                    <a:pt x="1235267" y="5308599"/>
                  </a:lnTo>
                  <a:lnTo>
                    <a:pt x="1162589" y="5257799"/>
                  </a:lnTo>
                  <a:lnTo>
                    <a:pt x="1091633" y="5206999"/>
                  </a:lnTo>
                  <a:lnTo>
                    <a:pt x="1056817" y="5168899"/>
                  </a:lnTo>
                  <a:lnTo>
                    <a:pt x="988538" y="5118099"/>
                  </a:lnTo>
                  <a:lnTo>
                    <a:pt x="955086" y="5079999"/>
                  </a:lnTo>
                  <a:lnTo>
                    <a:pt x="922102" y="5054599"/>
                  </a:lnTo>
                  <a:lnTo>
                    <a:pt x="889591" y="5016499"/>
                  </a:lnTo>
                  <a:lnTo>
                    <a:pt x="857558" y="4991099"/>
                  </a:lnTo>
                  <a:lnTo>
                    <a:pt x="826011" y="4952999"/>
                  </a:lnTo>
                  <a:lnTo>
                    <a:pt x="794955" y="4927599"/>
                  </a:lnTo>
                  <a:lnTo>
                    <a:pt x="764397" y="4889499"/>
                  </a:lnTo>
                  <a:lnTo>
                    <a:pt x="734341" y="4864099"/>
                  </a:lnTo>
                  <a:lnTo>
                    <a:pt x="704795" y="4825999"/>
                  </a:lnTo>
                  <a:lnTo>
                    <a:pt x="675764" y="4787899"/>
                  </a:lnTo>
                  <a:lnTo>
                    <a:pt x="647254" y="4762499"/>
                  </a:lnTo>
                  <a:lnTo>
                    <a:pt x="619271" y="4724399"/>
                  </a:lnTo>
                  <a:lnTo>
                    <a:pt x="591822" y="4686299"/>
                  </a:lnTo>
                  <a:lnTo>
                    <a:pt x="564912" y="4648199"/>
                  </a:lnTo>
                  <a:lnTo>
                    <a:pt x="538548" y="4610099"/>
                  </a:lnTo>
                  <a:lnTo>
                    <a:pt x="512735" y="4571999"/>
                  </a:lnTo>
                  <a:lnTo>
                    <a:pt x="487479" y="4533899"/>
                  </a:lnTo>
                  <a:lnTo>
                    <a:pt x="462787" y="4495799"/>
                  </a:lnTo>
                  <a:lnTo>
                    <a:pt x="438665" y="4457699"/>
                  </a:lnTo>
                  <a:lnTo>
                    <a:pt x="415118" y="4419599"/>
                  </a:lnTo>
                  <a:lnTo>
                    <a:pt x="392152" y="4381499"/>
                  </a:lnTo>
                  <a:lnTo>
                    <a:pt x="369774" y="4343399"/>
                  </a:lnTo>
                  <a:lnTo>
                    <a:pt x="347990" y="4305299"/>
                  </a:lnTo>
                  <a:lnTo>
                    <a:pt x="326805" y="4267199"/>
                  </a:lnTo>
                  <a:lnTo>
                    <a:pt x="306226" y="4229099"/>
                  </a:lnTo>
                  <a:lnTo>
                    <a:pt x="286259" y="4190999"/>
                  </a:lnTo>
                  <a:lnTo>
                    <a:pt x="266909" y="4140199"/>
                  </a:lnTo>
                  <a:lnTo>
                    <a:pt x="248184" y="4102099"/>
                  </a:lnTo>
                  <a:lnTo>
                    <a:pt x="230088" y="4063999"/>
                  </a:lnTo>
                  <a:lnTo>
                    <a:pt x="212627" y="4013199"/>
                  </a:lnTo>
                  <a:lnTo>
                    <a:pt x="195809" y="3975099"/>
                  </a:lnTo>
                  <a:lnTo>
                    <a:pt x="179639" y="3936999"/>
                  </a:lnTo>
                  <a:lnTo>
                    <a:pt x="164122" y="3886199"/>
                  </a:lnTo>
                  <a:lnTo>
                    <a:pt x="149265" y="3848099"/>
                  </a:lnTo>
                  <a:lnTo>
                    <a:pt x="135075" y="3797299"/>
                  </a:lnTo>
                  <a:lnTo>
                    <a:pt x="121556" y="3759199"/>
                  </a:lnTo>
                  <a:lnTo>
                    <a:pt x="108715" y="3708399"/>
                  </a:lnTo>
                  <a:lnTo>
                    <a:pt x="96558" y="3670299"/>
                  </a:lnTo>
                  <a:lnTo>
                    <a:pt x="85092" y="3619499"/>
                  </a:lnTo>
                  <a:lnTo>
                    <a:pt x="74321" y="3581399"/>
                  </a:lnTo>
                  <a:lnTo>
                    <a:pt x="64253" y="3530599"/>
                  </a:lnTo>
                  <a:lnTo>
                    <a:pt x="54893" y="3492499"/>
                  </a:lnTo>
                  <a:lnTo>
                    <a:pt x="46246" y="3441699"/>
                  </a:lnTo>
                  <a:lnTo>
                    <a:pt x="38321" y="3390899"/>
                  </a:lnTo>
                  <a:lnTo>
                    <a:pt x="31121" y="3352799"/>
                  </a:lnTo>
                  <a:lnTo>
                    <a:pt x="24654" y="3301999"/>
                  </a:lnTo>
                  <a:lnTo>
                    <a:pt x="18925" y="3251199"/>
                  </a:lnTo>
                  <a:lnTo>
                    <a:pt x="13940" y="3213099"/>
                  </a:lnTo>
                  <a:lnTo>
                    <a:pt x="9705" y="3162299"/>
                  </a:lnTo>
                  <a:lnTo>
                    <a:pt x="6227" y="3111499"/>
                  </a:lnTo>
                  <a:lnTo>
                    <a:pt x="3512" y="3060699"/>
                  </a:lnTo>
                  <a:lnTo>
                    <a:pt x="1564" y="3022599"/>
                  </a:lnTo>
                  <a:lnTo>
                    <a:pt x="392" y="2971799"/>
                  </a:lnTo>
                  <a:lnTo>
                    <a:pt x="0" y="2920999"/>
                  </a:lnTo>
                  <a:lnTo>
                    <a:pt x="392" y="2870199"/>
                  </a:lnTo>
                  <a:lnTo>
                    <a:pt x="1564" y="2819399"/>
                  </a:lnTo>
                  <a:lnTo>
                    <a:pt x="3512" y="2781299"/>
                  </a:lnTo>
                  <a:lnTo>
                    <a:pt x="6227" y="2730499"/>
                  </a:lnTo>
                  <a:lnTo>
                    <a:pt x="9705" y="2679699"/>
                  </a:lnTo>
                  <a:lnTo>
                    <a:pt x="13940" y="2628899"/>
                  </a:lnTo>
                  <a:lnTo>
                    <a:pt x="18925" y="2590799"/>
                  </a:lnTo>
                  <a:lnTo>
                    <a:pt x="24654" y="2539999"/>
                  </a:lnTo>
                  <a:lnTo>
                    <a:pt x="31121" y="2489199"/>
                  </a:lnTo>
                  <a:lnTo>
                    <a:pt x="38321" y="2451099"/>
                  </a:lnTo>
                  <a:lnTo>
                    <a:pt x="46246" y="2400299"/>
                  </a:lnTo>
                  <a:lnTo>
                    <a:pt x="54893" y="2349499"/>
                  </a:lnTo>
                  <a:lnTo>
                    <a:pt x="64253" y="2311399"/>
                  </a:lnTo>
                  <a:lnTo>
                    <a:pt x="74321" y="2260599"/>
                  </a:lnTo>
                  <a:lnTo>
                    <a:pt x="85092" y="2222499"/>
                  </a:lnTo>
                  <a:lnTo>
                    <a:pt x="96558" y="2171699"/>
                  </a:lnTo>
                  <a:lnTo>
                    <a:pt x="108715" y="2133599"/>
                  </a:lnTo>
                  <a:lnTo>
                    <a:pt x="121556" y="2082799"/>
                  </a:lnTo>
                  <a:lnTo>
                    <a:pt x="135075" y="2044699"/>
                  </a:lnTo>
                  <a:lnTo>
                    <a:pt x="149265" y="1993899"/>
                  </a:lnTo>
                  <a:lnTo>
                    <a:pt x="164122" y="1955799"/>
                  </a:lnTo>
                  <a:lnTo>
                    <a:pt x="179639" y="1904999"/>
                  </a:lnTo>
                  <a:lnTo>
                    <a:pt x="195809" y="1866899"/>
                  </a:lnTo>
                  <a:lnTo>
                    <a:pt x="212627" y="1828799"/>
                  </a:lnTo>
                  <a:lnTo>
                    <a:pt x="230088" y="1777999"/>
                  </a:lnTo>
                  <a:lnTo>
                    <a:pt x="248184" y="1739899"/>
                  </a:lnTo>
                  <a:lnTo>
                    <a:pt x="266909" y="1701799"/>
                  </a:lnTo>
                  <a:lnTo>
                    <a:pt x="286259" y="1650999"/>
                  </a:lnTo>
                  <a:lnTo>
                    <a:pt x="306226" y="1612899"/>
                  </a:lnTo>
                  <a:lnTo>
                    <a:pt x="326805" y="1574799"/>
                  </a:lnTo>
                  <a:lnTo>
                    <a:pt x="347990" y="1536699"/>
                  </a:lnTo>
                  <a:lnTo>
                    <a:pt x="369774" y="1498599"/>
                  </a:lnTo>
                  <a:lnTo>
                    <a:pt x="392152" y="1460499"/>
                  </a:lnTo>
                  <a:lnTo>
                    <a:pt x="415118" y="1422399"/>
                  </a:lnTo>
                  <a:lnTo>
                    <a:pt x="438665" y="1384299"/>
                  </a:lnTo>
                  <a:lnTo>
                    <a:pt x="462787" y="1346199"/>
                  </a:lnTo>
                  <a:lnTo>
                    <a:pt x="487479" y="1308099"/>
                  </a:lnTo>
                  <a:lnTo>
                    <a:pt x="512735" y="1269999"/>
                  </a:lnTo>
                  <a:lnTo>
                    <a:pt x="538548" y="1231899"/>
                  </a:lnTo>
                  <a:lnTo>
                    <a:pt x="564912" y="1193799"/>
                  </a:lnTo>
                  <a:lnTo>
                    <a:pt x="591822" y="1155699"/>
                  </a:lnTo>
                  <a:lnTo>
                    <a:pt x="619271" y="1117599"/>
                  </a:lnTo>
                  <a:lnTo>
                    <a:pt x="647254" y="1079499"/>
                  </a:lnTo>
                  <a:lnTo>
                    <a:pt x="675764" y="1054099"/>
                  </a:lnTo>
                  <a:lnTo>
                    <a:pt x="704795" y="1015999"/>
                  </a:lnTo>
                  <a:lnTo>
                    <a:pt x="734341" y="977899"/>
                  </a:lnTo>
                  <a:lnTo>
                    <a:pt x="764397" y="952499"/>
                  </a:lnTo>
                  <a:lnTo>
                    <a:pt x="794955" y="914399"/>
                  </a:lnTo>
                  <a:lnTo>
                    <a:pt x="826011" y="876299"/>
                  </a:lnTo>
                  <a:lnTo>
                    <a:pt x="857558" y="850899"/>
                  </a:lnTo>
                  <a:lnTo>
                    <a:pt x="889591" y="812799"/>
                  </a:lnTo>
                  <a:lnTo>
                    <a:pt x="922102" y="787399"/>
                  </a:lnTo>
                  <a:lnTo>
                    <a:pt x="955086" y="761999"/>
                  </a:lnTo>
                  <a:lnTo>
                    <a:pt x="988538" y="723899"/>
                  </a:lnTo>
                  <a:lnTo>
                    <a:pt x="1056817" y="673099"/>
                  </a:lnTo>
                  <a:lnTo>
                    <a:pt x="1091633" y="634999"/>
                  </a:lnTo>
                  <a:lnTo>
                    <a:pt x="1162589" y="584199"/>
                  </a:lnTo>
                  <a:lnTo>
                    <a:pt x="1235267" y="533399"/>
                  </a:lnTo>
                  <a:lnTo>
                    <a:pt x="1309621" y="482599"/>
                  </a:lnTo>
                  <a:lnTo>
                    <a:pt x="1385602" y="431799"/>
                  </a:lnTo>
                  <a:lnTo>
                    <a:pt x="1463161" y="380999"/>
                  </a:lnTo>
                  <a:lnTo>
                    <a:pt x="1502518" y="368299"/>
                  </a:lnTo>
                  <a:lnTo>
                    <a:pt x="1582355" y="317499"/>
                  </a:lnTo>
                  <a:lnTo>
                    <a:pt x="1622824" y="304799"/>
                  </a:lnTo>
                  <a:lnTo>
                    <a:pt x="1704830" y="253999"/>
                  </a:lnTo>
                  <a:lnTo>
                    <a:pt x="1788222" y="228599"/>
                  </a:lnTo>
                  <a:lnTo>
                    <a:pt x="1830423" y="203199"/>
                  </a:lnTo>
                  <a:lnTo>
                    <a:pt x="1915804" y="177799"/>
                  </a:lnTo>
                  <a:lnTo>
                    <a:pt x="1958971" y="152399"/>
                  </a:lnTo>
                  <a:lnTo>
                    <a:pt x="2314978" y="50799"/>
                  </a:lnTo>
                  <a:lnTo>
                    <a:pt x="3540800" y="50799"/>
                  </a:lnTo>
                  <a:lnTo>
                    <a:pt x="3896807" y="152399"/>
                  </a:lnTo>
                  <a:lnTo>
                    <a:pt x="3939974" y="177799"/>
                  </a:lnTo>
                  <a:lnTo>
                    <a:pt x="4025355" y="203199"/>
                  </a:lnTo>
                  <a:lnTo>
                    <a:pt x="4067556" y="228599"/>
                  </a:lnTo>
                  <a:lnTo>
                    <a:pt x="4150948" y="253999"/>
                  </a:lnTo>
                  <a:lnTo>
                    <a:pt x="4232954" y="304799"/>
                  </a:lnTo>
                  <a:lnTo>
                    <a:pt x="4273423" y="317499"/>
                  </a:lnTo>
                  <a:lnTo>
                    <a:pt x="4353260" y="368299"/>
                  </a:lnTo>
                  <a:lnTo>
                    <a:pt x="4392617" y="380999"/>
                  </a:lnTo>
                  <a:lnTo>
                    <a:pt x="4470176" y="431799"/>
                  </a:lnTo>
                  <a:lnTo>
                    <a:pt x="4546157" y="482599"/>
                  </a:lnTo>
                  <a:lnTo>
                    <a:pt x="4620511" y="533399"/>
                  </a:lnTo>
                  <a:lnTo>
                    <a:pt x="4693189" y="584199"/>
                  </a:lnTo>
                  <a:lnTo>
                    <a:pt x="4764145" y="634999"/>
                  </a:lnTo>
                  <a:lnTo>
                    <a:pt x="4798961" y="673099"/>
                  </a:lnTo>
                  <a:lnTo>
                    <a:pt x="4867240" y="723899"/>
                  </a:lnTo>
                  <a:lnTo>
                    <a:pt x="4900692" y="761999"/>
                  </a:lnTo>
                  <a:lnTo>
                    <a:pt x="4933676" y="787399"/>
                  </a:lnTo>
                  <a:lnTo>
                    <a:pt x="4966187" y="812799"/>
                  </a:lnTo>
                  <a:lnTo>
                    <a:pt x="4998219" y="850899"/>
                  </a:lnTo>
                  <a:lnTo>
                    <a:pt x="5029767" y="876299"/>
                  </a:lnTo>
                  <a:lnTo>
                    <a:pt x="5060822" y="914399"/>
                  </a:lnTo>
                  <a:lnTo>
                    <a:pt x="5091381" y="952499"/>
                  </a:lnTo>
                  <a:lnTo>
                    <a:pt x="5121437" y="977899"/>
                  </a:lnTo>
                  <a:lnTo>
                    <a:pt x="5150983" y="1015999"/>
                  </a:lnTo>
                  <a:lnTo>
                    <a:pt x="5180014" y="1054099"/>
                  </a:lnTo>
                  <a:lnTo>
                    <a:pt x="5208524" y="1079499"/>
                  </a:lnTo>
                  <a:lnTo>
                    <a:pt x="5236507" y="1117599"/>
                  </a:lnTo>
                  <a:lnTo>
                    <a:pt x="5263956" y="1155699"/>
                  </a:lnTo>
                  <a:lnTo>
                    <a:pt x="5290866" y="1193799"/>
                  </a:lnTo>
                  <a:lnTo>
                    <a:pt x="5317230" y="1231899"/>
                  </a:lnTo>
                  <a:lnTo>
                    <a:pt x="5343043" y="1269999"/>
                  </a:lnTo>
                  <a:lnTo>
                    <a:pt x="5368299" y="1308099"/>
                  </a:lnTo>
                  <a:lnTo>
                    <a:pt x="5392991" y="1346199"/>
                  </a:lnTo>
                  <a:lnTo>
                    <a:pt x="5417113" y="1384299"/>
                  </a:lnTo>
                  <a:lnTo>
                    <a:pt x="5440660" y="1422399"/>
                  </a:lnTo>
                  <a:lnTo>
                    <a:pt x="5463626" y="1460499"/>
                  </a:lnTo>
                  <a:lnTo>
                    <a:pt x="5486004" y="1498599"/>
                  </a:lnTo>
                  <a:lnTo>
                    <a:pt x="5507788" y="1536699"/>
                  </a:lnTo>
                  <a:lnTo>
                    <a:pt x="5528973" y="1574799"/>
                  </a:lnTo>
                  <a:lnTo>
                    <a:pt x="5549552" y="1612899"/>
                  </a:lnTo>
                  <a:lnTo>
                    <a:pt x="5569519" y="1650999"/>
                  </a:lnTo>
                  <a:lnTo>
                    <a:pt x="5588869" y="1701799"/>
                  </a:lnTo>
                  <a:lnTo>
                    <a:pt x="5607594" y="1739899"/>
                  </a:lnTo>
                  <a:lnTo>
                    <a:pt x="5625690" y="1777999"/>
                  </a:lnTo>
                  <a:lnTo>
                    <a:pt x="5643151" y="1828799"/>
                  </a:lnTo>
                  <a:lnTo>
                    <a:pt x="5659969" y="1866899"/>
                  </a:lnTo>
                  <a:lnTo>
                    <a:pt x="5676140" y="1904999"/>
                  </a:lnTo>
                  <a:lnTo>
                    <a:pt x="5691656" y="1955799"/>
                  </a:lnTo>
                  <a:lnTo>
                    <a:pt x="5706513" y="1993899"/>
                  </a:lnTo>
                  <a:lnTo>
                    <a:pt x="5720703" y="2044699"/>
                  </a:lnTo>
                  <a:lnTo>
                    <a:pt x="5734222" y="2082799"/>
                  </a:lnTo>
                  <a:lnTo>
                    <a:pt x="5747063" y="2133599"/>
                  </a:lnTo>
                  <a:lnTo>
                    <a:pt x="5759220" y="2171699"/>
                  </a:lnTo>
                  <a:lnTo>
                    <a:pt x="5770686" y="2222499"/>
                  </a:lnTo>
                  <a:lnTo>
                    <a:pt x="5781457" y="2260599"/>
                  </a:lnTo>
                  <a:lnTo>
                    <a:pt x="5791525" y="2311399"/>
                  </a:lnTo>
                  <a:lnTo>
                    <a:pt x="5800885" y="2349499"/>
                  </a:lnTo>
                  <a:lnTo>
                    <a:pt x="5809532" y="2400299"/>
                  </a:lnTo>
                  <a:lnTo>
                    <a:pt x="5817457" y="2451099"/>
                  </a:lnTo>
                  <a:lnTo>
                    <a:pt x="5824657" y="2489199"/>
                  </a:lnTo>
                  <a:lnTo>
                    <a:pt x="5831124" y="2539999"/>
                  </a:lnTo>
                  <a:lnTo>
                    <a:pt x="5836853" y="2590799"/>
                  </a:lnTo>
                  <a:lnTo>
                    <a:pt x="5841838" y="2628899"/>
                  </a:lnTo>
                  <a:lnTo>
                    <a:pt x="5846073" y="2679699"/>
                  </a:lnTo>
                  <a:lnTo>
                    <a:pt x="5849551" y="2730499"/>
                  </a:lnTo>
                  <a:lnTo>
                    <a:pt x="5852266" y="2781299"/>
                  </a:lnTo>
                  <a:lnTo>
                    <a:pt x="5854214" y="2819399"/>
                  </a:lnTo>
                  <a:lnTo>
                    <a:pt x="5855386" y="2870199"/>
                  </a:lnTo>
                  <a:lnTo>
                    <a:pt x="5855779" y="2920999"/>
                  </a:lnTo>
                  <a:lnTo>
                    <a:pt x="5855386" y="2971799"/>
                  </a:lnTo>
                  <a:lnTo>
                    <a:pt x="5854214" y="3022599"/>
                  </a:lnTo>
                  <a:lnTo>
                    <a:pt x="5852266" y="3060699"/>
                  </a:lnTo>
                  <a:lnTo>
                    <a:pt x="5849551" y="3111499"/>
                  </a:lnTo>
                  <a:lnTo>
                    <a:pt x="5846073" y="3162299"/>
                  </a:lnTo>
                  <a:lnTo>
                    <a:pt x="5841838" y="3213099"/>
                  </a:lnTo>
                  <a:lnTo>
                    <a:pt x="5836853" y="3251199"/>
                  </a:lnTo>
                  <a:lnTo>
                    <a:pt x="5831124" y="3301999"/>
                  </a:lnTo>
                  <a:lnTo>
                    <a:pt x="5824657" y="3352799"/>
                  </a:lnTo>
                  <a:lnTo>
                    <a:pt x="5817457" y="3390899"/>
                  </a:lnTo>
                  <a:lnTo>
                    <a:pt x="5809532" y="3441699"/>
                  </a:lnTo>
                  <a:lnTo>
                    <a:pt x="5800885" y="3492499"/>
                  </a:lnTo>
                  <a:lnTo>
                    <a:pt x="5791525" y="3530599"/>
                  </a:lnTo>
                  <a:lnTo>
                    <a:pt x="5781457" y="3581399"/>
                  </a:lnTo>
                  <a:lnTo>
                    <a:pt x="5770686" y="3619499"/>
                  </a:lnTo>
                  <a:lnTo>
                    <a:pt x="5759220" y="3670299"/>
                  </a:lnTo>
                  <a:lnTo>
                    <a:pt x="5747063" y="3708399"/>
                  </a:lnTo>
                  <a:lnTo>
                    <a:pt x="5734222" y="3759199"/>
                  </a:lnTo>
                  <a:lnTo>
                    <a:pt x="5720703" y="3797299"/>
                  </a:lnTo>
                  <a:lnTo>
                    <a:pt x="5706513" y="3848099"/>
                  </a:lnTo>
                  <a:lnTo>
                    <a:pt x="5691656" y="3886199"/>
                  </a:lnTo>
                  <a:lnTo>
                    <a:pt x="5676140" y="3936999"/>
                  </a:lnTo>
                  <a:lnTo>
                    <a:pt x="5659969" y="3975099"/>
                  </a:lnTo>
                  <a:lnTo>
                    <a:pt x="5643151" y="4013199"/>
                  </a:lnTo>
                  <a:lnTo>
                    <a:pt x="5625690" y="4063999"/>
                  </a:lnTo>
                  <a:lnTo>
                    <a:pt x="5607594" y="4102099"/>
                  </a:lnTo>
                  <a:lnTo>
                    <a:pt x="5588869" y="4140199"/>
                  </a:lnTo>
                  <a:lnTo>
                    <a:pt x="5569519" y="4190999"/>
                  </a:lnTo>
                  <a:lnTo>
                    <a:pt x="5549552" y="4229099"/>
                  </a:lnTo>
                  <a:lnTo>
                    <a:pt x="5528973" y="4267199"/>
                  </a:lnTo>
                  <a:lnTo>
                    <a:pt x="5507788" y="4305299"/>
                  </a:lnTo>
                  <a:lnTo>
                    <a:pt x="5486004" y="4343399"/>
                  </a:lnTo>
                  <a:lnTo>
                    <a:pt x="5463626" y="4381499"/>
                  </a:lnTo>
                  <a:lnTo>
                    <a:pt x="5440660" y="4419599"/>
                  </a:lnTo>
                  <a:lnTo>
                    <a:pt x="5417113" y="4457699"/>
                  </a:lnTo>
                  <a:lnTo>
                    <a:pt x="5392991" y="4495799"/>
                  </a:lnTo>
                  <a:lnTo>
                    <a:pt x="5368299" y="4533899"/>
                  </a:lnTo>
                  <a:lnTo>
                    <a:pt x="5343043" y="4571999"/>
                  </a:lnTo>
                  <a:lnTo>
                    <a:pt x="5317230" y="4610099"/>
                  </a:lnTo>
                  <a:lnTo>
                    <a:pt x="5290866" y="4648199"/>
                  </a:lnTo>
                  <a:lnTo>
                    <a:pt x="5263956" y="4686299"/>
                  </a:lnTo>
                  <a:lnTo>
                    <a:pt x="5236507" y="4724399"/>
                  </a:lnTo>
                  <a:lnTo>
                    <a:pt x="5208524" y="4762499"/>
                  </a:lnTo>
                  <a:lnTo>
                    <a:pt x="5180014" y="4787899"/>
                  </a:lnTo>
                  <a:lnTo>
                    <a:pt x="5150983" y="4825999"/>
                  </a:lnTo>
                  <a:lnTo>
                    <a:pt x="5121437" y="4864099"/>
                  </a:lnTo>
                  <a:lnTo>
                    <a:pt x="5091381" y="4889499"/>
                  </a:lnTo>
                  <a:lnTo>
                    <a:pt x="5060822" y="4927599"/>
                  </a:lnTo>
                  <a:lnTo>
                    <a:pt x="5029767" y="4952999"/>
                  </a:lnTo>
                  <a:lnTo>
                    <a:pt x="4998219" y="4991099"/>
                  </a:lnTo>
                  <a:lnTo>
                    <a:pt x="4966187" y="5016499"/>
                  </a:lnTo>
                  <a:lnTo>
                    <a:pt x="4933676" y="5054599"/>
                  </a:lnTo>
                  <a:lnTo>
                    <a:pt x="4900692" y="5079999"/>
                  </a:lnTo>
                  <a:lnTo>
                    <a:pt x="4867240" y="5118099"/>
                  </a:lnTo>
                  <a:lnTo>
                    <a:pt x="4798961" y="5168899"/>
                  </a:lnTo>
                  <a:lnTo>
                    <a:pt x="4764145" y="5206999"/>
                  </a:lnTo>
                  <a:lnTo>
                    <a:pt x="4693189" y="5257799"/>
                  </a:lnTo>
                  <a:lnTo>
                    <a:pt x="4620511" y="5308599"/>
                  </a:lnTo>
                  <a:lnTo>
                    <a:pt x="4546157" y="5359399"/>
                  </a:lnTo>
                  <a:lnTo>
                    <a:pt x="4470176" y="5410199"/>
                  </a:lnTo>
                  <a:lnTo>
                    <a:pt x="4392617" y="5460999"/>
                  </a:lnTo>
                  <a:lnTo>
                    <a:pt x="4353260" y="5473699"/>
                  </a:lnTo>
                  <a:lnTo>
                    <a:pt x="4273423" y="5524499"/>
                  </a:lnTo>
                  <a:lnTo>
                    <a:pt x="4232954" y="5537199"/>
                  </a:lnTo>
                  <a:lnTo>
                    <a:pt x="4192127" y="5562599"/>
                  </a:lnTo>
                  <a:lnTo>
                    <a:pt x="4150948" y="5575299"/>
                  </a:lnTo>
                  <a:lnTo>
                    <a:pt x="4109422" y="5600699"/>
                  </a:lnTo>
                  <a:lnTo>
                    <a:pt x="4067556" y="5613399"/>
                  </a:lnTo>
                  <a:lnTo>
                    <a:pt x="4025355" y="5638799"/>
                  </a:lnTo>
                  <a:lnTo>
                    <a:pt x="3939974" y="5664199"/>
                  </a:lnTo>
                  <a:lnTo>
                    <a:pt x="3896807" y="5689599"/>
                  </a:lnTo>
                  <a:lnTo>
                    <a:pt x="3586281" y="5778499"/>
                  </a:lnTo>
                  <a:close/>
                </a:path>
                <a:path w="5855970" h="5842000">
                  <a:moveTo>
                    <a:pt x="3449057" y="5803899"/>
                  </a:moveTo>
                  <a:lnTo>
                    <a:pt x="2406721" y="5803899"/>
                  </a:lnTo>
                  <a:lnTo>
                    <a:pt x="2314978" y="5778499"/>
                  </a:lnTo>
                  <a:lnTo>
                    <a:pt x="3540800" y="5778499"/>
                  </a:lnTo>
                  <a:lnTo>
                    <a:pt x="3449057" y="5803899"/>
                  </a:lnTo>
                  <a:close/>
                </a:path>
                <a:path w="5855970" h="5842000">
                  <a:moveTo>
                    <a:pt x="3309583" y="5829299"/>
                  </a:moveTo>
                  <a:lnTo>
                    <a:pt x="2546195" y="5829299"/>
                  </a:lnTo>
                  <a:lnTo>
                    <a:pt x="2452970" y="5803899"/>
                  </a:lnTo>
                  <a:lnTo>
                    <a:pt x="3402808" y="5803899"/>
                  </a:lnTo>
                  <a:lnTo>
                    <a:pt x="3309583" y="5829299"/>
                  </a:lnTo>
                  <a:close/>
                </a:path>
                <a:path w="5855970" h="5842000">
                  <a:moveTo>
                    <a:pt x="3168021" y="5841999"/>
                  </a:moveTo>
                  <a:lnTo>
                    <a:pt x="2687756" y="5841999"/>
                  </a:lnTo>
                  <a:lnTo>
                    <a:pt x="2640347" y="5829299"/>
                  </a:lnTo>
                  <a:lnTo>
                    <a:pt x="3215430" y="5829299"/>
                  </a:lnTo>
                  <a:lnTo>
                    <a:pt x="3168021" y="5841999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1188989"/>
              <a:ext cx="1219199" cy="1219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4389" y="10999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1223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6351881"/>
              <a:ext cx="1219199" cy="12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97129" y="6262858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3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2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3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F58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2810927"/>
              <a:ext cx="1219199" cy="12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97129" y="2721903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4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1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4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3C61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7970788"/>
              <a:ext cx="1219199" cy="1219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4389" y="7881765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6"/>
                  </a:lnTo>
                  <a:lnTo>
                    <a:pt x="468685" y="1200183"/>
                  </a:lnTo>
                  <a:lnTo>
                    <a:pt x="424567" y="1188052"/>
                  </a:lnTo>
                  <a:lnTo>
                    <a:pt x="381855" y="1172757"/>
                  </a:lnTo>
                  <a:lnTo>
                    <a:pt x="340685" y="1154434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2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6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6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2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4"/>
                  </a:lnTo>
                  <a:lnTo>
                    <a:pt x="834387" y="1172757"/>
                  </a:lnTo>
                  <a:lnTo>
                    <a:pt x="791676" y="1188052"/>
                  </a:lnTo>
                  <a:lnTo>
                    <a:pt x="747558" y="1200183"/>
                  </a:lnTo>
                  <a:lnTo>
                    <a:pt x="702170" y="1209016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E7D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1660" y="4579889"/>
              <a:ext cx="1219199" cy="1219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01661" y="44908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1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BEC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6824" y="1448022"/>
              <a:ext cx="428624" cy="514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9259" y="8232018"/>
              <a:ext cx="514349" cy="5143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5196" y="6570925"/>
              <a:ext cx="600074" cy="6000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05196" y="2995406"/>
              <a:ext cx="600074" cy="6000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9354" y="4825983"/>
              <a:ext cx="523874" cy="5429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71250" y="2598370"/>
              <a:ext cx="4570730" cy="4114800"/>
            </a:xfrm>
            <a:custGeom>
              <a:avLst/>
              <a:gdLst/>
              <a:ahLst/>
              <a:cxnLst/>
              <a:rect l="l" t="t" r="r" b="b"/>
              <a:pathLst>
                <a:path w="4570730" h="4114800">
                  <a:moveTo>
                    <a:pt x="4286351" y="4114800"/>
                  </a:moveTo>
                  <a:lnTo>
                    <a:pt x="284145" y="4114800"/>
                  </a:lnTo>
                  <a:lnTo>
                    <a:pt x="233805" y="4110615"/>
                  </a:lnTo>
                  <a:lnTo>
                    <a:pt x="186491" y="4098291"/>
                  </a:lnTo>
                  <a:lnTo>
                    <a:pt x="142822" y="4078176"/>
                  </a:lnTo>
                  <a:lnTo>
                    <a:pt x="103415" y="4050616"/>
                  </a:lnTo>
                  <a:lnTo>
                    <a:pt x="68890" y="4015957"/>
                  </a:lnTo>
                  <a:lnTo>
                    <a:pt x="39866" y="3974547"/>
                  </a:lnTo>
                  <a:lnTo>
                    <a:pt x="17979" y="3929016"/>
                  </a:lnTo>
                  <a:lnTo>
                    <a:pt x="4692" y="3881989"/>
                  </a:lnTo>
                  <a:lnTo>
                    <a:pt x="0" y="3834173"/>
                  </a:lnTo>
                  <a:lnTo>
                    <a:pt x="3894" y="3786275"/>
                  </a:lnTo>
                  <a:lnTo>
                    <a:pt x="16370" y="3739003"/>
                  </a:lnTo>
                  <a:lnTo>
                    <a:pt x="37418" y="3693064"/>
                  </a:lnTo>
                  <a:lnTo>
                    <a:pt x="2038644" y="143923"/>
                  </a:lnTo>
                  <a:lnTo>
                    <a:pt x="2067560" y="101561"/>
                  </a:lnTo>
                  <a:lnTo>
                    <a:pt x="2102220" y="66033"/>
                  </a:lnTo>
                  <a:lnTo>
                    <a:pt x="2141967" y="37724"/>
                  </a:lnTo>
                  <a:lnTo>
                    <a:pt x="2186140" y="17024"/>
                  </a:lnTo>
                  <a:lnTo>
                    <a:pt x="2234079" y="4320"/>
                  </a:lnTo>
                  <a:lnTo>
                    <a:pt x="2285126" y="0"/>
                  </a:lnTo>
                  <a:lnTo>
                    <a:pt x="2336189" y="4320"/>
                  </a:lnTo>
                  <a:lnTo>
                    <a:pt x="2384166" y="17024"/>
                  </a:lnTo>
                  <a:lnTo>
                    <a:pt x="2428376" y="37724"/>
                  </a:lnTo>
                  <a:lnTo>
                    <a:pt x="2468140" y="66033"/>
                  </a:lnTo>
                  <a:lnTo>
                    <a:pt x="2502777" y="101561"/>
                  </a:lnTo>
                  <a:lnTo>
                    <a:pt x="2531607" y="143923"/>
                  </a:lnTo>
                  <a:lnTo>
                    <a:pt x="4532833" y="3692819"/>
                  </a:lnTo>
                  <a:lnTo>
                    <a:pt x="4553985" y="3738760"/>
                  </a:lnTo>
                  <a:lnTo>
                    <a:pt x="4566529" y="3786040"/>
                  </a:lnTo>
                  <a:lnTo>
                    <a:pt x="4570466" y="3833959"/>
                  </a:lnTo>
                  <a:lnTo>
                    <a:pt x="4565795" y="3881816"/>
                  </a:lnTo>
                  <a:lnTo>
                    <a:pt x="4552516" y="3928913"/>
                  </a:lnTo>
                  <a:lnTo>
                    <a:pt x="4530630" y="3974547"/>
                  </a:lnTo>
                  <a:lnTo>
                    <a:pt x="4501606" y="4015957"/>
                  </a:lnTo>
                  <a:lnTo>
                    <a:pt x="4467081" y="4050616"/>
                  </a:lnTo>
                  <a:lnTo>
                    <a:pt x="4427674" y="4078176"/>
                  </a:lnTo>
                  <a:lnTo>
                    <a:pt x="4384005" y="4098291"/>
                  </a:lnTo>
                  <a:lnTo>
                    <a:pt x="4336691" y="4110615"/>
                  </a:lnTo>
                  <a:lnTo>
                    <a:pt x="4286351" y="4114800"/>
                  </a:lnTo>
                  <a:close/>
                </a:path>
              </a:pathLst>
            </a:custGeom>
            <a:solidFill>
              <a:srgbClr val="F4B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1960" y="2732264"/>
              <a:ext cx="4289425" cy="3844290"/>
            </a:xfrm>
            <a:custGeom>
              <a:avLst/>
              <a:gdLst/>
              <a:ahLst/>
              <a:cxnLst/>
              <a:rect l="l" t="t" r="r" b="b"/>
              <a:pathLst>
                <a:path w="4289425" h="3844290">
                  <a:moveTo>
                    <a:pt x="1548892" y="2350262"/>
                  </a:moveTo>
                  <a:lnTo>
                    <a:pt x="1507769" y="2278786"/>
                  </a:lnTo>
                  <a:lnTo>
                    <a:pt x="1418920" y="2276830"/>
                  </a:lnTo>
                  <a:lnTo>
                    <a:pt x="1409611" y="2268156"/>
                  </a:lnTo>
                  <a:lnTo>
                    <a:pt x="1387614" y="2249055"/>
                  </a:lnTo>
                  <a:lnTo>
                    <a:pt x="1361808" y="2229955"/>
                  </a:lnTo>
                  <a:lnTo>
                    <a:pt x="1341081" y="2221268"/>
                  </a:lnTo>
                  <a:lnTo>
                    <a:pt x="1298625" y="2229955"/>
                  </a:lnTo>
                  <a:lnTo>
                    <a:pt x="1225029" y="2249055"/>
                  </a:lnTo>
                  <a:lnTo>
                    <a:pt x="1155242" y="2268156"/>
                  </a:lnTo>
                  <a:lnTo>
                    <a:pt x="1124216" y="2276830"/>
                  </a:lnTo>
                  <a:lnTo>
                    <a:pt x="1123492" y="2290800"/>
                  </a:lnTo>
                  <a:lnTo>
                    <a:pt x="1128166" y="2321966"/>
                  </a:lnTo>
                  <a:lnTo>
                    <a:pt x="1148486" y="2354173"/>
                  </a:lnTo>
                  <a:lnTo>
                    <a:pt x="1194714" y="2371318"/>
                  </a:lnTo>
                  <a:lnTo>
                    <a:pt x="1256576" y="2373388"/>
                  </a:lnTo>
                  <a:lnTo>
                    <a:pt x="1311313" y="2372449"/>
                  </a:lnTo>
                  <a:lnTo>
                    <a:pt x="1350391" y="2370455"/>
                  </a:lnTo>
                  <a:lnTo>
                    <a:pt x="1365313" y="2369362"/>
                  </a:lnTo>
                  <a:lnTo>
                    <a:pt x="1482064" y="2467508"/>
                  </a:lnTo>
                  <a:lnTo>
                    <a:pt x="1532737" y="2455265"/>
                  </a:lnTo>
                  <a:lnTo>
                    <a:pt x="1548892" y="2350262"/>
                  </a:lnTo>
                  <a:close/>
                </a:path>
                <a:path w="4289425" h="3844290">
                  <a:moveTo>
                    <a:pt x="1720710" y="2351240"/>
                  </a:moveTo>
                  <a:lnTo>
                    <a:pt x="1700466" y="2317839"/>
                  </a:lnTo>
                  <a:lnTo>
                    <a:pt x="1673313" y="2272487"/>
                  </a:lnTo>
                  <a:lnTo>
                    <a:pt x="1642084" y="2219896"/>
                  </a:lnTo>
                  <a:lnTo>
                    <a:pt x="1609559" y="2164727"/>
                  </a:lnTo>
                  <a:lnTo>
                    <a:pt x="1578533" y="2111679"/>
                  </a:lnTo>
                  <a:lnTo>
                    <a:pt x="1551813" y="2065413"/>
                  </a:lnTo>
                  <a:lnTo>
                    <a:pt x="1532191" y="2030628"/>
                  </a:lnTo>
                  <a:lnTo>
                    <a:pt x="1522450" y="2011997"/>
                  </a:lnTo>
                  <a:lnTo>
                    <a:pt x="1508556" y="1995385"/>
                  </a:lnTo>
                  <a:lnTo>
                    <a:pt x="1488008" y="1982470"/>
                  </a:lnTo>
                  <a:lnTo>
                    <a:pt x="1469377" y="1974100"/>
                  </a:lnTo>
                  <a:lnTo>
                    <a:pt x="1461262" y="1971116"/>
                  </a:lnTo>
                  <a:lnTo>
                    <a:pt x="1455915" y="1957336"/>
                  </a:lnTo>
                  <a:lnTo>
                    <a:pt x="1443456" y="1926170"/>
                  </a:lnTo>
                  <a:lnTo>
                    <a:pt x="1429245" y="1892947"/>
                  </a:lnTo>
                  <a:lnTo>
                    <a:pt x="1418666" y="1872970"/>
                  </a:lnTo>
                  <a:lnTo>
                    <a:pt x="1410182" y="1855241"/>
                  </a:lnTo>
                  <a:lnTo>
                    <a:pt x="1392783" y="1826247"/>
                  </a:lnTo>
                  <a:lnTo>
                    <a:pt x="1357680" y="1796935"/>
                  </a:lnTo>
                  <a:lnTo>
                    <a:pt x="1296047" y="1778241"/>
                  </a:lnTo>
                  <a:lnTo>
                    <a:pt x="1236306" y="1783778"/>
                  </a:lnTo>
                  <a:lnTo>
                    <a:pt x="1206093" y="1808619"/>
                  </a:lnTo>
                  <a:lnTo>
                    <a:pt x="1195324" y="1835899"/>
                  </a:lnTo>
                  <a:lnTo>
                    <a:pt x="1193977" y="1848739"/>
                  </a:lnTo>
                  <a:lnTo>
                    <a:pt x="1275969" y="1939544"/>
                  </a:lnTo>
                  <a:lnTo>
                    <a:pt x="1280655" y="1957222"/>
                  </a:lnTo>
                  <a:lnTo>
                    <a:pt x="1292466" y="1998865"/>
                  </a:lnTo>
                  <a:lnTo>
                    <a:pt x="1308087" y="2047455"/>
                  </a:lnTo>
                  <a:lnTo>
                    <a:pt x="1324190" y="2085911"/>
                  </a:lnTo>
                  <a:lnTo>
                    <a:pt x="1398511" y="2113813"/>
                  </a:lnTo>
                  <a:lnTo>
                    <a:pt x="1439608" y="2114689"/>
                  </a:lnTo>
                  <a:lnTo>
                    <a:pt x="1457591" y="2113813"/>
                  </a:lnTo>
                  <a:lnTo>
                    <a:pt x="1591970" y="2350998"/>
                  </a:lnTo>
                  <a:lnTo>
                    <a:pt x="1591970" y="2351240"/>
                  </a:lnTo>
                  <a:lnTo>
                    <a:pt x="1720710" y="2351240"/>
                  </a:lnTo>
                  <a:close/>
                </a:path>
                <a:path w="4289425" h="3844290">
                  <a:moveTo>
                    <a:pt x="1903552" y="2239391"/>
                  </a:moveTo>
                  <a:lnTo>
                    <a:pt x="1794878" y="2127034"/>
                  </a:lnTo>
                  <a:lnTo>
                    <a:pt x="1843341" y="2059724"/>
                  </a:lnTo>
                  <a:lnTo>
                    <a:pt x="1801495" y="1993150"/>
                  </a:lnTo>
                  <a:lnTo>
                    <a:pt x="1735645" y="1983359"/>
                  </a:lnTo>
                  <a:lnTo>
                    <a:pt x="1732216" y="1894751"/>
                  </a:lnTo>
                  <a:lnTo>
                    <a:pt x="1712429" y="1877390"/>
                  </a:lnTo>
                  <a:lnTo>
                    <a:pt x="1697037" y="1852803"/>
                  </a:lnTo>
                  <a:lnTo>
                    <a:pt x="1687055" y="1830832"/>
                  </a:lnTo>
                  <a:lnTo>
                    <a:pt x="1683512" y="1821319"/>
                  </a:lnTo>
                  <a:lnTo>
                    <a:pt x="1664754" y="1778723"/>
                  </a:lnTo>
                  <a:lnTo>
                    <a:pt x="1619745" y="1684858"/>
                  </a:lnTo>
                  <a:lnTo>
                    <a:pt x="1565376" y="1590636"/>
                  </a:lnTo>
                  <a:lnTo>
                    <a:pt x="1518539" y="1546936"/>
                  </a:lnTo>
                  <a:lnTo>
                    <a:pt x="1492961" y="1555330"/>
                  </a:lnTo>
                  <a:lnTo>
                    <a:pt x="1483144" y="1579740"/>
                  </a:lnTo>
                  <a:lnTo>
                    <a:pt x="1477124" y="1614601"/>
                  </a:lnTo>
                  <a:lnTo>
                    <a:pt x="1462976" y="1654390"/>
                  </a:lnTo>
                  <a:lnTo>
                    <a:pt x="1464970" y="1709534"/>
                  </a:lnTo>
                  <a:lnTo>
                    <a:pt x="1498257" y="1778368"/>
                  </a:lnTo>
                  <a:lnTo>
                    <a:pt x="1537081" y="1837093"/>
                  </a:lnTo>
                  <a:lnTo>
                    <a:pt x="1555737" y="1861947"/>
                  </a:lnTo>
                  <a:lnTo>
                    <a:pt x="1550111" y="1989721"/>
                  </a:lnTo>
                  <a:lnTo>
                    <a:pt x="1770646" y="2345613"/>
                  </a:lnTo>
                  <a:lnTo>
                    <a:pt x="1879574" y="2319667"/>
                  </a:lnTo>
                  <a:lnTo>
                    <a:pt x="1903552" y="2239391"/>
                  </a:lnTo>
                  <a:close/>
                </a:path>
                <a:path w="4289425" h="3844290">
                  <a:moveTo>
                    <a:pt x="2156650" y="2778125"/>
                  </a:moveTo>
                  <a:lnTo>
                    <a:pt x="2065108" y="2766364"/>
                  </a:lnTo>
                  <a:lnTo>
                    <a:pt x="2058276" y="2745308"/>
                  </a:lnTo>
                  <a:lnTo>
                    <a:pt x="2050376" y="2724734"/>
                  </a:lnTo>
                  <a:lnTo>
                    <a:pt x="2041969" y="2705912"/>
                  </a:lnTo>
                  <a:lnTo>
                    <a:pt x="2041410" y="2704655"/>
                  </a:lnTo>
                  <a:lnTo>
                    <a:pt x="2031326" y="2685110"/>
                  </a:lnTo>
                  <a:lnTo>
                    <a:pt x="2087130" y="2611437"/>
                  </a:lnTo>
                  <a:lnTo>
                    <a:pt x="1999513" y="2523807"/>
                  </a:lnTo>
                  <a:lnTo>
                    <a:pt x="1942960" y="2467267"/>
                  </a:lnTo>
                  <a:lnTo>
                    <a:pt x="1869782" y="2523807"/>
                  </a:lnTo>
                  <a:lnTo>
                    <a:pt x="1850377" y="2513749"/>
                  </a:lnTo>
                  <a:lnTo>
                    <a:pt x="1849462" y="2513342"/>
                  </a:lnTo>
                  <a:lnTo>
                    <a:pt x="1849462" y="2880918"/>
                  </a:lnTo>
                  <a:lnTo>
                    <a:pt x="1843214" y="2927451"/>
                  </a:lnTo>
                  <a:lnTo>
                    <a:pt x="1825574" y="2969260"/>
                  </a:lnTo>
                  <a:lnTo>
                    <a:pt x="1798218" y="3004680"/>
                  </a:lnTo>
                  <a:lnTo>
                    <a:pt x="1762798" y="3032048"/>
                  </a:lnTo>
                  <a:lnTo>
                    <a:pt x="1720989" y="3049676"/>
                  </a:lnTo>
                  <a:lnTo>
                    <a:pt x="1674456" y="3055937"/>
                  </a:lnTo>
                  <a:lnTo>
                    <a:pt x="1627924" y="3049676"/>
                  </a:lnTo>
                  <a:lnTo>
                    <a:pt x="1586115" y="3032048"/>
                  </a:lnTo>
                  <a:lnTo>
                    <a:pt x="1550695" y="3004680"/>
                  </a:lnTo>
                  <a:lnTo>
                    <a:pt x="1523339" y="2969260"/>
                  </a:lnTo>
                  <a:lnTo>
                    <a:pt x="1505699" y="2927451"/>
                  </a:lnTo>
                  <a:lnTo>
                    <a:pt x="1499450" y="2880918"/>
                  </a:lnTo>
                  <a:lnTo>
                    <a:pt x="1505737" y="2834386"/>
                  </a:lnTo>
                  <a:lnTo>
                    <a:pt x="1523415" y="2792577"/>
                  </a:lnTo>
                  <a:lnTo>
                    <a:pt x="1550809" y="2757157"/>
                  </a:lnTo>
                  <a:lnTo>
                    <a:pt x="1586242" y="2729801"/>
                  </a:lnTo>
                  <a:lnTo>
                    <a:pt x="1628051" y="2712161"/>
                  </a:lnTo>
                  <a:lnTo>
                    <a:pt x="1674456" y="2705912"/>
                  </a:lnTo>
                  <a:lnTo>
                    <a:pt x="1720989" y="2712161"/>
                  </a:lnTo>
                  <a:lnTo>
                    <a:pt x="1762798" y="2729801"/>
                  </a:lnTo>
                  <a:lnTo>
                    <a:pt x="1798218" y="2757157"/>
                  </a:lnTo>
                  <a:lnTo>
                    <a:pt x="1825574" y="2792577"/>
                  </a:lnTo>
                  <a:lnTo>
                    <a:pt x="1843214" y="2834386"/>
                  </a:lnTo>
                  <a:lnTo>
                    <a:pt x="1849462" y="2880918"/>
                  </a:lnTo>
                  <a:lnTo>
                    <a:pt x="1849462" y="2513342"/>
                  </a:lnTo>
                  <a:lnTo>
                    <a:pt x="1830400" y="2504833"/>
                  </a:lnTo>
                  <a:lnTo>
                    <a:pt x="1809927" y="2497023"/>
                  </a:lnTo>
                  <a:lnTo>
                    <a:pt x="1789010" y="2490266"/>
                  </a:lnTo>
                  <a:lnTo>
                    <a:pt x="1777263" y="2398725"/>
                  </a:lnTo>
                  <a:lnTo>
                    <a:pt x="1571891" y="2398725"/>
                  </a:lnTo>
                  <a:lnTo>
                    <a:pt x="1560144" y="2490266"/>
                  </a:lnTo>
                  <a:lnTo>
                    <a:pt x="1539367" y="2497023"/>
                  </a:lnTo>
                  <a:lnTo>
                    <a:pt x="1518932" y="2504833"/>
                  </a:lnTo>
                  <a:lnTo>
                    <a:pt x="1498917" y="2513749"/>
                  </a:lnTo>
                  <a:lnTo>
                    <a:pt x="1479372" y="2523807"/>
                  </a:lnTo>
                  <a:lnTo>
                    <a:pt x="1406194" y="2467267"/>
                  </a:lnTo>
                  <a:lnTo>
                    <a:pt x="1262024" y="2611437"/>
                  </a:lnTo>
                  <a:lnTo>
                    <a:pt x="1317828" y="2685110"/>
                  </a:lnTo>
                  <a:lnTo>
                    <a:pt x="1307731" y="2704655"/>
                  </a:lnTo>
                  <a:lnTo>
                    <a:pt x="1298740" y="2724734"/>
                  </a:lnTo>
                  <a:lnTo>
                    <a:pt x="1290840" y="2745308"/>
                  </a:lnTo>
                  <a:lnTo>
                    <a:pt x="1284046" y="2766364"/>
                  </a:lnTo>
                  <a:lnTo>
                    <a:pt x="1192504" y="2778125"/>
                  </a:lnTo>
                  <a:lnTo>
                    <a:pt x="1192504" y="2983966"/>
                  </a:lnTo>
                  <a:lnTo>
                    <a:pt x="1284046" y="2995968"/>
                  </a:lnTo>
                  <a:lnTo>
                    <a:pt x="1290840" y="3016923"/>
                  </a:lnTo>
                  <a:lnTo>
                    <a:pt x="1298740" y="3037509"/>
                  </a:lnTo>
                  <a:lnTo>
                    <a:pt x="1307731" y="3057639"/>
                  </a:lnTo>
                  <a:lnTo>
                    <a:pt x="1317828" y="3077222"/>
                  </a:lnTo>
                  <a:lnTo>
                    <a:pt x="1262024" y="3150895"/>
                  </a:lnTo>
                  <a:lnTo>
                    <a:pt x="1406194" y="3295065"/>
                  </a:lnTo>
                  <a:lnTo>
                    <a:pt x="1479372" y="3238525"/>
                  </a:lnTo>
                  <a:lnTo>
                    <a:pt x="1498574" y="3248482"/>
                  </a:lnTo>
                  <a:lnTo>
                    <a:pt x="1518551" y="3257410"/>
                  </a:lnTo>
                  <a:lnTo>
                    <a:pt x="1539138" y="3265271"/>
                  </a:lnTo>
                  <a:lnTo>
                    <a:pt x="1560144" y="3272066"/>
                  </a:lnTo>
                  <a:lnTo>
                    <a:pt x="1571891" y="3363607"/>
                  </a:lnTo>
                  <a:lnTo>
                    <a:pt x="1777263" y="3363607"/>
                  </a:lnTo>
                  <a:lnTo>
                    <a:pt x="1789010" y="3272066"/>
                  </a:lnTo>
                  <a:lnTo>
                    <a:pt x="1809788" y="3265271"/>
                  </a:lnTo>
                  <a:lnTo>
                    <a:pt x="1830222" y="3257410"/>
                  </a:lnTo>
                  <a:lnTo>
                    <a:pt x="1850237" y="3248482"/>
                  </a:lnTo>
                  <a:lnTo>
                    <a:pt x="1869782" y="3238525"/>
                  </a:lnTo>
                  <a:lnTo>
                    <a:pt x="1942960" y="3295065"/>
                  </a:lnTo>
                  <a:lnTo>
                    <a:pt x="1999513" y="3238525"/>
                  </a:lnTo>
                  <a:lnTo>
                    <a:pt x="2087130" y="3150895"/>
                  </a:lnTo>
                  <a:lnTo>
                    <a:pt x="2031326" y="3077222"/>
                  </a:lnTo>
                  <a:lnTo>
                    <a:pt x="2041423" y="3057639"/>
                  </a:lnTo>
                  <a:lnTo>
                    <a:pt x="2042185" y="3055937"/>
                  </a:lnTo>
                  <a:lnTo>
                    <a:pt x="2050415" y="3037509"/>
                  </a:lnTo>
                  <a:lnTo>
                    <a:pt x="2058314" y="3016923"/>
                  </a:lnTo>
                  <a:lnTo>
                    <a:pt x="2065108" y="2995968"/>
                  </a:lnTo>
                  <a:lnTo>
                    <a:pt x="2156650" y="2983966"/>
                  </a:lnTo>
                  <a:lnTo>
                    <a:pt x="2156650" y="2778125"/>
                  </a:lnTo>
                  <a:close/>
                </a:path>
                <a:path w="4289425" h="3844290">
                  <a:moveTo>
                    <a:pt x="2730881" y="1951532"/>
                  </a:moveTo>
                  <a:lnTo>
                    <a:pt x="2730868" y="1749844"/>
                  </a:lnTo>
                  <a:lnTo>
                    <a:pt x="2641041" y="1738096"/>
                  </a:lnTo>
                  <a:lnTo>
                    <a:pt x="2634437" y="1717548"/>
                  </a:lnTo>
                  <a:lnTo>
                    <a:pt x="2626728" y="1697405"/>
                  </a:lnTo>
                  <a:lnTo>
                    <a:pt x="2618536" y="1679105"/>
                  </a:lnTo>
                  <a:lnTo>
                    <a:pt x="2617914" y="1677720"/>
                  </a:lnTo>
                  <a:lnTo>
                    <a:pt x="2607995" y="1658543"/>
                  </a:lnTo>
                  <a:lnTo>
                    <a:pt x="2662580" y="1586585"/>
                  </a:lnTo>
                  <a:lnTo>
                    <a:pt x="2576665" y="1500670"/>
                  </a:lnTo>
                  <a:lnTo>
                    <a:pt x="2521356" y="1445361"/>
                  </a:lnTo>
                  <a:lnTo>
                    <a:pt x="2449639" y="1500670"/>
                  </a:lnTo>
                  <a:lnTo>
                    <a:pt x="2430462" y="1490903"/>
                  </a:lnTo>
                  <a:lnTo>
                    <a:pt x="2429814" y="1490624"/>
                  </a:lnTo>
                  <a:lnTo>
                    <a:pt x="2429814" y="1850453"/>
                  </a:lnTo>
                  <a:lnTo>
                    <a:pt x="2423680" y="1896046"/>
                  </a:lnTo>
                  <a:lnTo>
                    <a:pt x="2406370" y="1937029"/>
                  </a:lnTo>
                  <a:lnTo>
                    <a:pt x="2379535" y="1971763"/>
                  </a:lnTo>
                  <a:lnTo>
                    <a:pt x="2344813" y="1998599"/>
                  </a:lnTo>
                  <a:lnTo>
                    <a:pt x="2303830" y="2015896"/>
                  </a:lnTo>
                  <a:lnTo>
                    <a:pt x="2258225" y="2022030"/>
                  </a:lnTo>
                  <a:lnTo>
                    <a:pt x="2212632" y="2015896"/>
                  </a:lnTo>
                  <a:lnTo>
                    <a:pt x="2171649" y="1998599"/>
                  </a:lnTo>
                  <a:lnTo>
                    <a:pt x="2136914" y="1971763"/>
                  </a:lnTo>
                  <a:lnTo>
                    <a:pt x="2110079" y="1937029"/>
                  </a:lnTo>
                  <a:lnTo>
                    <a:pt x="2092782" y="1896046"/>
                  </a:lnTo>
                  <a:lnTo>
                    <a:pt x="2086648" y="1850453"/>
                  </a:lnTo>
                  <a:lnTo>
                    <a:pt x="2092782" y="1804949"/>
                  </a:lnTo>
                  <a:lnTo>
                    <a:pt x="2110079" y="1764030"/>
                  </a:lnTo>
                  <a:lnTo>
                    <a:pt x="2136914" y="1729346"/>
                  </a:lnTo>
                  <a:lnTo>
                    <a:pt x="2171649" y="1702536"/>
                  </a:lnTo>
                  <a:lnTo>
                    <a:pt x="2212632" y="1685239"/>
                  </a:lnTo>
                  <a:lnTo>
                    <a:pt x="2258225" y="1679105"/>
                  </a:lnTo>
                  <a:lnTo>
                    <a:pt x="2303830" y="1685239"/>
                  </a:lnTo>
                  <a:lnTo>
                    <a:pt x="2344813" y="1702536"/>
                  </a:lnTo>
                  <a:lnTo>
                    <a:pt x="2379535" y="1729346"/>
                  </a:lnTo>
                  <a:lnTo>
                    <a:pt x="2406370" y="1764030"/>
                  </a:lnTo>
                  <a:lnTo>
                    <a:pt x="2423680" y="1804949"/>
                  </a:lnTo>
                  <a:lnTo>
                    <a:pt x="2429814" y="1850453"/>
                  </a:lnTo>
                  <a:lnTo>
                    <a:pt x="2429814" y="1490624"/>
                  </a:lnTo>
                  <a:lnTo>
                    <a:pt x="2410815" y="1482166"/>
                  </a:lnTo>
                  <a:lnTo>
                    <a:pt x="2390737" y="1474482"/>
                  </a:lnTo>
                  <a:lnTo>
                    <a:pt x="2370328" y="1467878"/>
                  </a:lnTo>
                  <a:lnTo>
                    <a:pt x="2358821" y="1378038"/>
                  </a:lnTo>
                  <a:lnTo>
                    <a:pt x="2157869" y="1378038"/>
                  </a:lnTo>
                  <a:lnTo>
                    <a:pt x="2146363" y="1467878"/>
                  </a:lnTo>
                  <a:lnTo>
                    <a:pt x="2125853" y="1474482"/>
                  </a:lnTo>
                  <a:lnTo>
                    <a:pt x="2105799" y="1482166"/>
                  </a:lnTo>
                  <a:lnTo>
                    <a:pt x="2086203" y="1490903"/>
                  </a:lnTo>
                  <a:lnTo>
                    <a:pt x="2067064" y="1500670"/>
                  </a:lnTo>
                  <a:lnTo>
                    <a:pt x="1995347" y="1445361"/>
                  </a:lnTo>
                  <a:lnTo>
                    <a:pt x="1854111" y="1586585"/>
                  </a:lnTo>
                  <a:lnTo>
                    <a:pt x="1908695" y="1658543"/>
                  </a:lnTo>
                  <a:lnTo>
                    <a:pt x="1898789" y="1677720"/>
                  </a:lnTo>
                  <a:lnTo>
                    <a:pt x="1889975" y="1697405"/>
                  </a:lnTo>
                  <a:lnTo>
                    <a:pt x="1882267" y="1717548"/>
                  </a:lnTo>
                  <a:lnTo>
                    <a:pt x="1875650" y="1738096"/>
                  </a:lnTo>
                  <a:lnTo>
                    <a:pt x="1785823" y="1749844"/>
                  </a:lnTo>
                  <a:lnTo>
                    <a:pt x="1785823" y="1951291"/>
                  </a:lnTo>
                  <a:lnTo>
                    <a:pt x="1875650" y="1962797"/>
                  </a:lnTo>
                  <a:lnTo>
                    <a:pt x="1875726" y="1963039"/>
                  </a:lnTo>
                  <a:lnTo>
                    <a:pt x="1882267" y="1983486"/>
                  </a:lnTo>
                  <a:lnTo>
                    <a:pt x="1889975" y="2003704"/>
                  </a:lnTo>
                  <a:lnTo>
                    <a:pt x="1898789" y="2023414"/>
                  </a:lnTo>
                  <a:lnTo>
                    <a:pt x="1908695" y="2042591"/>
                  </a:lnTo>
                  <a:lnTo>
                    <a:pt x="1854111" y="2114804"/>
                  </a:lnTo>
                  <a:lnTo>
                    <a:pt x="1995106" y="2256269"/>
                  </a:lnTo>
                  <a:lnTo>
                    <a:pt x="2066823" y="2200960"/>
                  </a:lnTo>
                  <a:lnTo>
                    <a:pt x="2085962" y="2210727"/>
                  </a:lnTo>
                  <a:lnTo>
                    <a:pt x="2105558" y="2219464"/>
                  </a:lnTo>
                  <a:lnTo>
                    <a:pt x="2125611" y="2227148"/>
                  </a:lnTo>
                  <a:lnTo>
                    <a:pt x="2146122" y="2233752"/>
                  </a:lnTo>
                  <a:lnTo>
                    <a:pt x="2157628" y="2323579"/>
                  </a:lnTo>
                  <a:lnTo>
                    <a:pt x="2358580" y="2323579"/>
                  </a:lnTo>
                  <a:lnTo>
                    <a:pt x="2370328" y="2233752"/>
                  </a:lnTo>
                  <a:lnTo>
                    <a:pt x="2390851" y="2227148"/>
                  </a:lnTo>
                  <a:lnTo>
                    <a:pt x="2410904" y="2219464"/>
                  </a:lnTo>
                  <a:lnTo>
                    <a:pt x="2430500" y="2210727"/>
                  </a:lnTo>
                  <a:lnTo>
                    <a:pt x="2449639" y="2200960"/>
                  </a:lnTo>
                  <a:lnTo>
                    <a:pt x="2521356" y="2256269"/>
                  </a:lnTo>
                  <a:lnTo>
                    <a:pt x="2576677" y="2200960"/>
                  </a:lnTo>
                  <a:lnTo>
                    <a:pt x="2662580" y="2115045"/>
                  </a:lnTo>
                  <a:lnTo>
                    <a:pt x="2607995" y="2042833"/>
                  </a:lnTo>
                  <a:lnTo>
                    <a:pt x="2608122" y="2042591"/>
                  </a:lnTo>
                  <a:lnTo>
                    <a:pt x="2617965" y="2023414"/>
                  </a:lnTo>
                  <a:lnTo>
                    <a:pt x="2618575" y="2022030"/>
                  </a:lnTo>
                  <a:lnTo>
                    <a:pt x="2626753" y="2003704"/>
                  </a:lnTo>
                  <a:lnTo>
                    <a:pt x="2634475" y="1983486"/>
                  </a:lnTo>
                  <a:lnTo>
                    <a:pt x="2641041" y="1963039"/>
                  </a:lnTo>
                  <a:lnTo>
                    <a:pt x="2730881" y="1951532"/>
                  </a:lnTo>
                  <a:close/>
                </a:path>
                <a:path w="4289425" h="3844290">
                  <a:moveTo>
                    <a:pt x="3561867" y="2890710"/>
                  </a:moveTo>
                  <a:lnTo>
                    <a:pt x="3157258" y="2173300"/>
                  </a:lnTo>
                  <a:lnTo>
                    <a:pt x="2906865" y="2086165"/>
                  </a:lnTo>
                  <a:lnTo>
                    <a:pt x="2860332" y="2087308"/>
                  </a:lnTo>
                  <a:lnTo>
                    <a:pt x="2814929" y="2098535"/>
                  </a:lnTo>
                  <a:lnTo>
                    <a:pt x="2770759" y="2118055"/>
                  </a:lnTo>
                  <a:lnTo>
                    <a:pt x="2727896" y="2144052"/>
                  </a:lnTo>
                  <a:lnTo>
                    <a:pt x="2686431" y="2174735"/>
                  </a:lnTo>
                  <a:lnTo>
                    <a:pt x="2646451" y="2208314"/>
                  </a:lnTo>
                  <a:lnTo>
                    <a:pt x="2608034" y="2242972"/>
                  </a:lnTo>
                  <a:lnTo>
                    <a:pt x="2571292" y="2276945"/>
                  </a:lnTo>
                  <a:lnTo>
                    <a:pt x="2536279" y="2308415"/>
                  </a:lnTo>
                  <a:lnTo>
                    <a:pt x="2475585" y="2283688"/>
                  </a:lnTo>
                  <a:lnTo>
                    <a:pt x="2396515" y="2326271"/>
                  </a:lnTo>
                  <a:lnTo>
                    <a:pt x="2385999" y="2376449"/>
                  </a:lnTo>
                  <a:lnTo>
                    <a:pt x="2127516" y="2375471"/>
                  </a:lnTo>
                  <a:lnTo>
                    <a:pt x="2110143" y="2327262"/>
                  </a:lnTo>
                  <a:lnTo>
                    <a:pt x="2043811" y="2296655"/>
                  </a:lnTo>
                  <a:lnTo>
                    <a:pt x="1997303" y="2360549"/>
                  </a:lnTo>
                  <a:lnTo>
                    <a:pt x="1819846" y="2389187"/>
                  </a:lnTo>
                  <a:lnTo>
                    <a:pt x="1891322" y="2451112"/>
                  </a:lnTo>
                  <a:lnTo>
                    <a:pt x="1955203" y="2410726"/>
                  </a:lnTo>
                  <a:lnTo>
                    <a:pt x="2135111" y="2595524"/>
                  </a:lnTo>
                  <a:lnTo>
                    <a:pt x="2118461" y="2657945"/>
                  </a:lnTo>
                  <a:lnTo>
                    <a:pt x="2157615" y="2689529"/>
                  </a:lnTo>
                  <a:lnTo>
                    <a:pt x="2187892" y="2723578"/>
                  </a:lnTo>
                  <a:lnTo>
                    <a:pt x="2210079" y="2759773"/>
                  </a:lnTo>
                  <a:lnTo>
                    <a:pt x="2224963" y="2797848"/>
                  </a:lnTo>
                  <a:lnTo>
                    <a:pt x="2233345" y="2837510"/>
                  </a:lnTo>
                  <a:lnTo>
                    <a:pt x="2236012" y="2878442"/>
                  </a:lnTo>
                  <a:lnTo>
                    <a:pt x="2233739" y="2920390"/>
                  </a:lnTo>
                  <a:lnTo>
                    <a:pt x="2227338" y="2963037"/>
                  </a:lnTo>
                  <a:lnTo>
                    <a:pt x="2217597" y="3006090"/>
                  </a:lnTo>
                  <a:lnTo>
                    <a:pt x="2205291" y="3049270"/>
                  </a:lnTo>
                  <a:lnTo>
                    <a:pt x="2191220" y="3092297"/>
                  </a:lnTo>
                  <a:lnTo>
                    <a:pt x="2176170" y="3134855"/>
                  </a:lnTo>
                  <a:lnTo>
                    <a:pt x="2160943" y="3176663"/>
                  </a:lnTo>
                  <a:lnTo>
                    <a:pt x="2146312" y="3217443"/>
                  </a:lnTo>
                  <a:lnTo>
                    <a:pt x="2133079" y="3256889"/>
                  </a:lnTo>
                  <a:lnTo>
                    <a:pt x="2122030" y="3294710"/>
                  </a:lnTo>
                  <a:lnTo>
                    <a:pt x="2113965" y="3330625"/>
                  </a:lnTo>
                  <a:lnTo>
                    <a:pt x="2109647" y="3364344"/>
                  </a:lnTo>
                  <a:lnTo>
                    <a:pt x="2111387" y="3407156"/>
                  </a:lnTo>
                  <a:lnTo>
                    <a:pt x="2124214" y="3444354"/>
                  </a:lnTo>
                  <a:lnTo>
                    <a:pt x="2150275" y="3475075"/>
                  </a:lnTo>
                  <a:lnTo>
                    <a:pt x="2191651" y="3498469"/>
                  </a:lnTo>
                  <a:lnTo>
                    <a:pt x="2207082" y="3495675"/>
                  </a:lnTo>
                  <a:lnTo>
                    <a:pt x="2241905" y="3446665"/>
                  </a:lnTo>
                  <a:lnTo>
                    <a:pt x="2260917" y="3405467"/>
                  </a:lnTo>
                  <a:lnTo>
                    <a:pt x="2280653" y="3357143"/>
                  </a:lnTo>
                  <a:lnTo>
                    <a:pt x="2301062" y="3303790"/>
                  </a:lnTo>
                  <a:lnTo>
                    <a:pt x="2321953" y="3247860"/>
                  </a:lnTo>
                  <a:lnTo>
                    <a:pt x="2343150" y="3191853"/>
                  </a:lnTo>
                  <a:lnTo>
                    <a:pt x="2364473" y="3138271"/>
                  </a:lnTo>
                  <a:lnTo>
                    <a:pt x="2385745" y="3089605"/>
                  </a:lnTo>
                  <a:lnTo>
                    <a:pt x="2406789" y="3048330"/>
                  </a:lnTo>
                  <a:lnTo>
                    <a:pt x="2447429" y="2997924"/>
                  </a:lnTo>
                  <a:lnTo>
                    <a:pt x="2472169" y="2982074"/>
                  </a:lnTo>
                  <a:lnTo>
                    <a:pt x="2506637" y="2958871"/>
                  </a:lnTo>
                  <a:lnTo>
                    <a:pt x="2548864" y="2929763"/>
                  </a:lnTo>
                  <a:lnTo>
                    <a:pt x="2596845" y="2896222"/>
                  </a:lnTo>
                  <a:lnTo>
                    <a:pt x="2648635" y="2859709"/>
                  </a:lnTo>
                  <a:lnTo>
                    <a:pt x="2702242" y="2821660"/>
                  </a:lnTo>
                  <a:lnTo>
                    <a:pt x="2755671" y="2783548"/>
                  </a:lnTo>
                  <a:lnTo>
                    <a:pt x="2806966" y="2746832"/>
                  </a:lnTo>
                  <a:lnTo>
                    <a:pt x="2854147" y="2712948"/>
                  </a:lnTo>
                  <a:lnTo>
                    <a:pt x="2928226" y="2659583"/>
                  </a:lnTo>
                  <a:lnTo>
                    <a:pt x="2954769" y="2624696"/>
                  </a:lnTo>
                  <a:lnTo>
                    <a:pt x="2961144" y="2540939"/>
                  </a:lnTo>
                  <a:lnTo>
                    <a:pt x="2957131" y="2482685"/>
                  </a:lnTo>
                  <a:lnTo>
                    <a:pt x="2943822" y="2418308"/>
                  </a:lnTo>
                  <a:lnTo>
                    <a:pt x="2942107" y="2411946"/>
                  </a:lnTo>
                  <a:lnTo>
                    <a:pt x="2945777" y="2405342"/>
                  </a:lnTo>
                  <a:lnTo>
                    <a:pt x="2951899" y="2403627"/>
                  </a:lnTo>
                  <a:lnTo>
                    <a:pt x="2958261" y="2401913"/>
                  </a:lnTo>
                  <a:lnTo>
                    <a:pt x="2964878" y="2405583"/>
                  </a:lnTo>
                  <a:lnTo>
                    <a:pt x="2966593" y="2411704"/>
                  </a:lnTo>
                  <a:lnTo>
                    <a:pt x="2979610" y="2472207"/>
                  </a:lnTo>
                  <a:lnTo>
                    <a:pt x="2984525" y="2527985"/>
                  </a:lnTo>
                  <a:lnTo>
                    <a:pt x="2983852" y="2576372"/>
                  </a:lnTo>
                  <a:lnTo>
                    <a:pt x="2980144" y="2614701"/>
                  </a:lnTo>
                  <a:lnTo>
                    <a:pt x="2975889" y="2640317"/>
                  </a:lnTo>
                  <a:lnTo>
                    <a:pt x="3561867" y="2890710"/>
                  </a:lnTo>
                  <a:close/>
                </a:path>
                <a:path w="4289425" h="3844290">
                  <a:moveTo>
                    <a:pt x="4289069" y="3657816"/>
                  </a:moveTo>
                  <a:lnTo>
                    <a:pt x="4282706" y="3610089"/>
                  </a:lnTo>
                  <a:lnTo>
                    <a:pt x="4263860" y="3564559"/>
                  </a:lnTo>
                  <a:lnTo>
                    <a:pt x="4257738" y="3553790"/>
                  </a:lnTo>
                  <a:lnTo>
                    <a:pt x="4201439" y="3453955"/>
                  </a:lnTo>
                  <a:lnTo>
                    <a:pt x="4201439" y="3649002"/>
                  </a:lnTo>
                  <a:lnTo>
                    <a:pt x="4201439" y="3665156"/>
                  </a:lnTo>
                  <a:lnTo>
                    <a:pt x="4200220" y="3672751"/>
                  </a:lnTo>
                  <a:lnTo>
                    <a:pt x="4198264" y="3680091"/>
                  </a:lnTo>
                  <a:lnTo>
                    <a:pt x="4196308" y="3687902"/>
                  </a:lnTo>
                  <a:lnTo>
                    <a:pt x="4193121" y="3695509"/>
                  </a:lnTo>
                  <a:lnTo>
                    <a:pt x="4189209" y="3702850"/>
                  </a:lnTo>
                  <a:lnTo>
                    <a:pt x="4186758" y="3707015"/>
                  </a:lnTo>
                  <a:lnTo>
                    <a:pt x="4182592" y="3714356"/>
                  </a:lnTo>
                  <a:lnTo>
                    <a:pt x="4154208" y="3742017"/>
                  </a:lnTo>
                  <a:lnTo>
                    <a:pt x="4114584" y="3755694"/>
                  </a:lnTo>
                  <a:lnTo>
                    <a:pt x="4100842" y="3756456"/>
                  </a:lnTo>
                  <a:lnTo>
                    <a:pt x="188226" y="3756456"/>
                  </a:lnTo>
                  <a:lnTo>
                    <a:pt x="145389" y="3748138"/>
                  </a:lnTo>
                  <a:lnTo>
                    <a:pt x="113004" y="3722573"/>
                  </a:lnTo>
                  <a:lnTo>
                    <a:pt x="92760" y="3687902"/>
                  </a:lnTo>
                  <a:lnTo>
                    <a:pt x="87134" y="3649002"/>
                  </a:lnTo>
                  <a:lnTo>
                    <a:pt x="88353" y="3640683"/>
                  </a:lnTo>
                  <a:lnTo>
                    <a:pt x="108673" y="3594176"/>
                  </a:lnTo>
                  <a:lnTo>
                    <a:pt x="112344" y="3587572"/>
                  </a:lnTo>
                  <a:lnTo>
                    <a:pt x="2057514" y="138049"/>
                  </a:lnTo>
                  <a:lnTo>
                    <a:pt x="2083028" y="107416"/>
                  </a:lnTo>
                  <a:lnTo>
                    <a:pt x="2123694" y="89141"/>
                  </a:lnTo>
                  <a:lnTo>
                    <a:pt x="2144407" y="87376"/>
                  </a:lnTo>
                  <a:lnTo>
                    <a:pt x="2151380" y="87566"/>
                  </a:lnTo>
                  <a:lnTo>
                    <a:pt x="2195322" y="100114"/>
                  </a:lnTo>
                  <a:lnTo>
                    <a:pt x="2198255" y="101828"/>
                  </a:lnTo>
                  <a:lnTo>
                    <a:pt x="2228011" y="132461"/>
                  </a:lnTo>
                  <a:lnTo>
                    <a:pt x="4176471" y="3588296"/>
                  </a:lnTo>
                  <a:lnTo>
                    <a:pt x="4179900" y="3594176"/>
                  </a:lnTo>
                  <a:lnTo>
                    <a:pt x="4198010" y="3632606"/>
                  </a:lnTo>
                  <a:lnTo>
                    <a:pt x="4201439" y="3649002"/>
                  </a:lnTo>
                  <a:lnTo>
                    <a:pt x="4201439" y="3453955"/>
                  </a:lnTo>
                  <a:lnTo>
                    <a:pt x="2307425" y="95211"/>
                  </a:lnTo>
                  <a:lnTo>
                    <a:pt x="2302713" y="87376"/>
                  </a:lnTo>
                  <a:lnTo>
                    <a:pt x="2301468" y="85305"/>
                  </a:lnTo>
                  <a:lnTo>
                    <a:pt x="2261870" y="40195"/>
                  </a:lnTo>
                  <a:lnTo>
                    <a:pt x="2219020" y="14300"/>
                  </a:lnTo>
                  <a:lnTo>
                    <a:pt x="2182101" y="3403"/>
                  </a:lnTo>
                  <a:lnTo>
                    <a:pt x="2144407" y="0"/>
                  </a:lnTo>
                  <a:lnTo>
                    <a:pt x="2131758" y="368"/>
                  </a:lnTo>
                  <a:lnTo>
                    <a:pt x="2082825" y="9474"/>
                  </a:lnTo>
                  <a:lnTo>
                    <a:pt x="2039213" y="31076"/>
                  </a:lnTo>
                  <a:lnTo>
                    <a:pt x="2003005" y="63893"/>
                  </a:lnTo>
                  <a:lnTo>
                    <a:pt x="31330" y="3553790"/>
                  </a:lnTo>
                  <a:lnTo>
                    <a:pt x="29362" y="3557460"/>
                  </a:lnTo>
                  <a:lnTo>
                    <a:pt x="25209" y="3564801"/>
                  </a:lnTo>
                  <a:lnTo>
                    <a:pt x="6362" y="3610330"/>
                  </a:lnTo>
                  <a:lnTo>
                    <a:pt x="292" y="3649002"/>
                  </a:lnTo>
                  <a:lnTo>
                    <a:pt x="0" y="3657816"/>
                  </a:lnTo>
                  <a:lnTo>
                    <a:pt x="5956" y="3702850"/>
                  </a:lnTo>
                  <a:lnTo>
                    <a:pt x="22885" y="3745319"/>
                  </a:lnTo>
                  <a:lnTo>
                    <a:pt x="49352" y="3782834"/>
                  </a:lnTo>
                  <a:lnTo>
                    <a:pt x="83947" y="3812997"/>
                  </a:lnTo>
                  <a:lnTo>
                    <a:pt x="83947" y="3813733"/>
                  </a:lnTo>
                  <a:lnTo>
                    <a:pt x="127596" y="3834650"/>
                  </a:lnTo>
                  <a:lnTo>
                    <a:pt x="175755" y="3843718"/>
                  </a:lnTo>
                  <a:lnTo>
                    <a:pt x="188226" y="3844086"/>
                  </a:lnTo>
                  <a:lnTo>
                    <a:pt x="4100842" y="3844086"/>
                  </a:lnTo>
                  <a:lnTo>
                    <a:pt x="4150042" y="3837965"/>
                  </a:lnTo>
                  <a:lnTo>
                    <a:pt x="4194340" y="3820096"/>
                  </a:lnTo>
                  <a:lnTo>
                    <a:pt x="4205109" y="3813975"/>
                  </a:lnTo>
                  <a:lnTo>
                    <a:pt x="4205109" y="3813251"/>
                  </a:lnTo>
                  <a:lnTo>
                    <a:pt x="4213225" y="3807371"/>
                  </a:lnTo>
                  <a:lnTo>
                    <a:pt x="4252442" y="3766934"/>
                  </a:lnTo>
                  <a:lnTo>
                    <a:pt x="4259046" y="3756456"/>
                  </a:lnTo>
                  <a:lnTo>
                    <a:pt x="4259173" y="3756266"/>
                  </a:lnTo>
                  <a:lnTo>
                    <a:pt x="4276560" y="3722344"/>
                  </a:lnTo>
                  <a:lnTo>
                    <a:pt x="4287812" y="3677945"/>
                  </a:lnTo>
                  <a:lnTo>
                    <a:pt x="4288841" y="3664915"/>
                  </a:lnTo>
                  <a:lnTo>
                    <a:pt x="4289069" y="3657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58978" y="1268612"/>
            <a:ext cx="7283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615" dirty="0">
                <a:solidFill>
                  <a:srgbClr val="122358"/>
                </a:solidFill>
                <a:latin typeface="Arial Black"/>
                <a:cs typeface="Arial Black"/>
              </a:rPr>
              <a:t>01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2154" y="4659512"/>
            <a:ext cx="8375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14" dirty="0">
                <a:solidFill>
                  <a:srgbClr val="122358"/>
                </a:solidFill>
                <a:latin typeface="Arial Black"/>
                <a:cs typeface="Arial Black"/>
              </a:rPr>
              <a:t>03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76631" y="1428789"/>
            <a:ext cx="517461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14" dirty="0">
                <a:solidFill>
                  <a:srgbClr val="122358"/>
                </a:solidFill>
                <a:latin typeface="Tahoma"/>
                <a:cs typeface="Tahoma"/>
              </a:rPr>
              <a:t>The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55" dirty="0">
                <a:solidFill>
                  <a:srgbClr val="122358"/>
                </a:solidFill>
                <a:latin typeface="Tahoma"/>
                <a:cs typeface="Tahoma"/>
              </a:rPr>
              <a:t>Theory-</a:t>
            </a:r>
            <a:r>
              <a:rPr sz="3100" b="1" spc="110" dirty="0">
                <a:solidFill>
                  <a:srgbClr val="122358"/>
                </a:solidFill>
                <a:latin typeface="Tahoma"/>
                <a:cs typeface="Tahoma"/>
              </a:rPr>
              <a:t>Practice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95" dirty="0">
                <a:solidFill>
                  <a:srgbClr val="122358"/>
                </a:solidFill>
                <a:latin typeface="Tahoma"/>
                <a:cs typeface="Tahoma"/>
              </a:rPr>
              <a:t>Gap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76042" y="2691019"/>
            <a:ext cx="8081009" cy="13354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85595" marR="43180" indent="-1535430">
              <a:lnSpc>
                <a:spcPct val="104200"/>
              </a:lnSpc>
              <a:spcBef>
                <a:spcPts val="180"/>
              </a:spcBef>
            </a:pPr>
            <a:r>
              <a:rPr sz="7500" spc="75" baseline="-13888" dirty="0">
                <a:solidFill>
                  <a:srgbClr val="122358"/>
                </a:solidFill>
                <a:latin typeface="Arial Black"/>
                <a:cs typeface="Arial Black"/>
              </a:rPr>
              <a:t>02</a:t>
            </a:r>
            <a:r>
              <a:rPr sz="3100" b="1" spc="50" dirty="0">
                <a:solidFill>
                  <a:srgbClr val="122358"/>
                </a:solidFill>
                <a:latin typeface="Tahoma"/>
                <a:cs typeface="Tahoma"/>
              </a:rPr>
              <a:t>Static</a:t>
            </a:r>
            <a:r>
              <a:rPr sz="3100" b="1" spc="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65" dirty="0">
                <a:solidFill>
                  <a:srgbClr val="122358"/>
                </a:solidFill>
                <a:latin typeface="Tahoma"/>
                <a:cs typeface="Tahoma"/>
              </a:rPr>
              <a:t>Protocols,</a:t>
            </a:r>
            <a:r>
              <a:rPr sz="3100" b="1" spc="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65" dirty="0">
                <a:solidFill>
                  <a:srgbClr val="122358"/>
                </a:solidFill>
                <a:latin typeface="Tahoma"/>
                <a:cs typeface="Tahoma"/>
              </a:rPr>
              <a:t>as</a:t>
            </a:r>
            <a:r>
              <a:rPr sz="3100" b="1" spc="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70" dirty="0">
                <a:solidFill>
                  <a:srgbClr val="122358"/>
                </a:solidFill>
                <a:latin typeface="Tahoma"/>
                <a:cs typeface="Tahoma"/>
              </a:rPr>
              <a:t>Textbooks</a:t>
            </a:r>
            <a:r>
              <a:rPr sz="3100" b="1" spc="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135" dirty="0">
                <a:solidFill>
                  <a:srgbClr val="122358"/>
                </a:solidFill>
                <a:latin typeface="Tahoma"/>
                <a:cs typeface="Tahoma"/>
              </a:rPr>
              <a:t>and </a:t>
            </a:r>
            <a:r>
              <a:rPr sz="3100" b="1" spc="85" dirty="0">
                <a:solidFill>
                  <a:srgbClr val="122358"/>
                </a:solidFill>
                <a:latin typeface="Tahoma"/>
                <a:cs typeface="Tahoma"/>
              </a:rPr>
              <a:t>resources</a:t>
            </a:r>
            <a:r>
              <a:rPr sz="3100" b="1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185" dirty="0">
                <a:solidFill>
                  <a:srgbClr val="122358"/>
                </a:solidFill>
                <a:latin typeface="Tahoma"/>
                <a:cs typeface="Tahoma"/>
              </a:rPr>
              <a:t>become</a:t>
            </a:r>
            <a:r>
              <a:rPr sz="3100" b="1" spc="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110" dirty="0">
                <a:solidFill>
                  <a:srgbClr val="122358"/>
                </a:solidFill>
                <a:latin typeface="Tahoma"/>
                <a:cs typeface="Tahoma"/>
              </a:rPr>
              <a:t>outdated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16428" y="4573242"/>
            <a:ext cx="652589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5"/>
              </a:spcBef>
            </a:pPr>
            <a:r>
              <a:rPr sz="2750" b="1" spc="80" dirty="0">
                <a:solidFill>
                  <a:srgbClr val="122358"/>
                </a:solidFill>
                <a:latin typeface="Tahoma"/>
                <a:cs typeface="Tahoma"/>
              </a:rPr>
              <a:t>Operational</a:t>
            </a:r>
            <a:r>
              <a:rPr sz="2750" b="1" spc="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dirty="0">
                <a:solidFill>
                  <a:srgbClr val="122358"/>
                </a:solidFill>
                <a:latin typeface="Tahoma"/>
                <a:cs typeface="Tahoma"/>
              </a:rPr>
              <a:t>Silos,</a:t>
            </a:r>
            <a:r>
              <a:rPr sz="2750" b="1" spc="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110" dirty="0">
                <a:solidFill>
                  <a:srgbClr val="122358"/>
                </a:solidFill>
                <a:latin typeface="Tahoma"/>
                <a:cs typeface="Tahoma"/>
              </a:rPr>
              <a:t>the</a:t>
            </a:r>
            <a:r>
              <a:rPr sz="2750" b="1" spc="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85" dirty="0">
                <a:solidFill>
                  <a:srgbClr val="122358"/>
                </a:solidFill>
                <a:latin typeface="Tahoma"/>
                <a:cs typeface="Tahoma"/>
              </a:rPr>
              <a:t>data</a:t>
            </a:r>
            <a:r>
              <a:rPr sz="2750" b="1" spc="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70" dirty="0">
                <a:solidFill>
                  <a:srgbClr val="122358"/>
                </a:solidFill>
                <a:latin typeface="Tahoma"/>
                <a:cs typeface="Tahoma"/>
              </a:rPr>
              <a:t>systems </a:t>
            </a:r>
            <a:r>
              <a:rPr sz="2750" b="1" spc="130" dirty="0">
                <a:solidFill>
                  <a:srgbClr val="122358"/>
                </a:solidFill>
                <a:latin typeface="Tahoma"/>
                <a:cs typeface="Tahoma"/>
              </a:rPr>
              <a:t>and</a:t>
            </a:r>
            <a:r>
              <a:rPr sz="2750" b="1" spc="-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200" dirty="0">
                <a:solidFill>
                  <a:srgbClr val="122358"/>
                </a:solidFill>
                <a:latin typeface="Tahoma"/>
                <a:cs typeface="Tahoma"/>
              </a:rPr>
              <a:t>med</a:t>
            </a:r>
            <a:r>
              <a:rPr sz="275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95" dirty="0">
                <a:solidFill>
                  <a:srgbClr val="122358"/>
                </a:solidFill>
                <a:latin typeface="Tahoma"/>
                <a:cs typeface="Tahoma"/>
              </a:rPr>
              <a:t>schools</a:t>
            </a:r>
            <a:r>
              <a:rPr sz="275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90" dirty="0">
                <a:solidFill>
                  <a:srgbClr val="122358"/>
                </a:solidFill>
                <a:latin typeface="Tahoma"/>
                <a:cs typeface="Tahoma"/>
              </a:rPr>
              <a:t>don’t</a:t>
            </a:r>
            <a:r>
              <a:rPr sz="275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65" dirty="0">
                <a:solidFill>
                  <a:srgbClr val="122358"/>
                </a:solidFill>
                <a:latin typeface="Tahoma"/>
                <a:cs typeface="Tahoma"/>
              </a:rPr>
              <a:t>talk</a:t>
            </a:r>
            <a:r>
              <a:rPr sz="2750" b="1" spc="-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65" dirty="0">
                <a:solidFill>
                  <a:srgbClr val="122358"/>
                </a:solidFill>
                <a:latin typeface="Tahoma"/>
                <a:cs typeface="Tahoma"/>
              </a:rPr>
              <a:t>with </a:t>
            </a:r>
            <a:r>
              <a:rPr sz="2750" b="1" spc="110" dirty="0">
                <a:solidFill>
                  <a:srgbClr val="122358"/>
                </a:solidFill>
                <a:latin typeface="Tahoma"/>
                <a:cs typeface="Tahoma"/>
              </a:rPr>
              <a:t>each</a:t>
            </a:r>
            <a:r>
              <a:rPr sz="2750" b="1" spc="-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2750" b="1" spc="-10" dirty="0">
                <a:solidFill>
                  <a:srgbClr val="122358"/>
                </a:solidFill>
                <a:latin typeface="Tahoma"/>
                <a:cs typeface="Tahoma"/>
              </a:rPr>
              <a:t>other.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28803" y="6351931"/>
            <a:ext cx="5739130" cy="240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3895">
              <a:lnSpc>
                <a:spcPct val="100000"/>
              </a:lnSpc>
              <a:spcBef>
                <a:spcPts val="100"/>
              </a:spcBef>
            </a:pPr>
            <a:r>
              <a:rPr sz="7500" baseline="-8333" dirty="0">
                <a:solidFill>
                  <a:srgbClr val="122358"/>
                </a:solidFill>
                <a:latin typeface="Arial Black"/>
                <a:cs typeface="Arial Black"/>
              </a:rPr>
              <a:t>04</a:t>
            </a:r>
            <a:r>
              <a:rPr sz="7500" spc="150" baseline="-8333" dirty="0">
                <a:solidFill>
                  <a:srgbClr val="122358"/>
                </a:solidFill>
                <a:latin typeface="Arial Black"/>
                <a:cs typeface="Arial Black"/>
              </a:rPr>
              <a:t> </a:t>
            </a:r>
            <a:r>
              <a:rPr sz="3100" b="1" spc="80" dirty="0">
                <a:solidFill>
                  <a:srgbClr val="122358"/>
                </a:solidFill>
                <a:latin typeface="Tahoma"/>
                <a:cs typeface="Tahoma"/>
              </a:rPr>
              <a:t>Cognitive</a:t>
            </a:r>
            <a:r>
              <a:rPr sz="3100" b="1" spc="-14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65" dirty="0">
                <a:solidFill>
                  <a:srgbClr val="122358"/>
                </a:solidFill>
                <a:latin typeface="Tahoma"/>
                <a:cs typeface="Tahoma"/>
              </a:rPr>
              <a:t>Overload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90"/>
              </a:spcBef>
            </a:pPr>
            <a:endParaRPr sz="3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7500" baseline="-7222" dirty="0">
                <a:solidFill>
                  <a:srgbClr val="122358"/>
                </a:solidFill>
                <a:latin typeface="Arial Black"/>
                <a:cs typeface="Arial Black"/>
              </a:rPr>
              <a:t>05</a:t>
            </a:r>
            <a:r>
              <a:rPr sz="7500" spc="195" baseline="-7222" dirty="0">
                <a:solidFill>
                  <a:srgbClr val="122358"/>
                </a:solidFill>
                <a:latin typeface="Arial Black"/>
                <a:cs typeface="Arial Black"/>
              </a:rPr>
              <a:t> </a:t>
            </a:r>
            <a:r>
              <a:rPr sz="3100" b="1" dirty="0">
                <a:solidFill>
                  <a:srgbClr val="122358"/>
                </a:solidFill>
                <a:latin typeface="Tahoma"/>
                <a:cs typeface="Tahoma"/>
              </a:rPr>
              <a:t>Inconsistent</a:t>
            </a:r>
            <a:r>
              <a:rPr sz="3100" b="1" spc="-15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45" dirty="0">
                <a:solidFill>
                  <a:srgbClr val="122358"/>
                </a:solidFill>
                <a:latin typeface="Tahoma"/>
                <a:cs typeface="Tahoma"/>
              </a:rPr>
              <a:t>Care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0472635" y="10936"/>
            <a:ext cx="5077460" cy="663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150" spc="105" dirty="0">
                <a:solidFill>
                  <a:srgbClr val="122358"/>
                </a:solidFill>
              </a:rPr>
              <a:t>Existing</a:t>
            </a:r>
            <a:r>
              <a:rPr sz="4150" spc="-5" dirty="0">
                <a:solidFill>
                  <a:srgbClr val="122358"/>
                </a:solidFill>
              </a:rPr>
              <a:t> </a:t>
            </a:r>
            <a:r>
              <a:rPr sz="4150" spc="145" dirty="0">
                <a:solidFill>
                  <a:srgbClr val="122358"/>
                </a:solidFill>
              </a:rPr>
              <a:t>Problems</a:t>
            </a:r>
            <a:endParaRPr sz="41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F7C296-95AE-D200-7668-1473F46B83EC}"/>
              </a:ext>
            </a:extLst>
          </p:cNvPr>
          <p:cNvSpPr txBox="1"/>
          <p:nvPr/>
        </p:nvSpPr>
        <p:spPr>
          <a:xfrm>
            <a:off x="13194052" y="8391555"/>
            <a:ext cx="5103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hlinkClick r:id="rId9"/>
              </a:rPr>
              <a:t>HTTPS://MEDINEX-BIO.NETLIFY.APP/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3803" y="3149897"/>
            <a:ext cx="2504440" cy="471805"/>
          </a:xfrm>
          <a:custGeom>
            <a:avLst/>
            <a:gdLst/>
            <a:ahLst/>
            <a:cxnLst/>
            <a:rect l="l" t="t" r="r" b="b"/>
            <a:pathLst>
              <a:path w="2504440" h="471804">
                <a:moveTo>
                  <a:pt x="295231" y="0"/>
                </a:moveTo>
                <a:lnTo>
                  <a:pt x="2208733" y="0"/>
                </a:lnTo>
                <a:lnTo>
                  <a:pt x="2503965" y="471474"/>
                </a:lnTo>
                <a:lnTo>
                  <a:pt x="0" y="471474"/>
                </a:lnTo>
                <a:lnTo>
                  <a:pt x="295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4825" y="3376263"/>
            <a:ext cx="4122420" cy="6497320"/>
            <a:chOff x="474825" y="3376263"/>
            <a:chExt cx="4122420" cy="6497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825" y="5751313"/>
              <a:ext cx="4121937" cy="41219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82139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1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1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1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4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4" y="4616751"/>
                  </a:lnTo>
                  <a:lnTo>
                    <a:pt x="94070" y="4571772"/>
                  </a:lnTo>
                  <a:lnTo>
                    <a:pt x="77207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6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69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600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74971" y="4742765"/>
            <a:ext cx="2122170" cy="209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246379" algn="ctr">
              <a:lnSpc>
                <a:spcPct val="1076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UNIFIED </a:t>
            </a:r>
            <a:r>
              <a:rPr sz="1800" b="1" spc="75" dirty="0">
                <a:latin typeface="Tahoma"/>
                <a:cs typeface="Tahoma"/>
              </a:rPr>
              <a:t>KNOWLEDGE</a:t>
            </a:r>
            <a:endParaRPr sz="1800">
              <a:latin typeface="Tahoma"/>
              <a:cs typeface="Tahoma"/>
            </a:endParaRPr>
          </a:p>
          <a:p>
            <a:pPr marL="12700" marR="5080" algn="ctr">
              <a:lnSpc>
                <a:spcPct val="107600"/>
              </a:lnSpc>
            </a:pPr>
            <a:r>
              <a:rPr sz="1800" spc="65" dirty="0">
                <a:latin typeface="Trebuchet MS"/>
                <a:cs typeface="Trebuchet MS"/>
              </a:rPr>
              <a:t>Ingesting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medical </a:t>
            </a:r>
            <a:r>
              <a:rPr sz="1800" dirty="0">
                <a:latin typeface="Trebuchet MS"/>
                <a:cs typeface="Trebuchet MS"/>
              </a:rPr>
              <a:t>textbooks,</a:t>
            </a:r>
            <a:r>
              <a:rPr sz="1800" spc="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research </a:t>
            </a:r>
            <a:r>
              <a:rPr sz="1800" dirty="0">
                <a:latin typeface="Trebuchet MS"/>
                <a:cs typeface="Trebuchet MS"/>
              </a:rPr>
              <a:t>papers,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and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clinical </a:t>
            </a:r>
            <a:r>
              <a:rPr sz="1800" spc="45" dirty="0">
                <a:latin typeface="Trebuchet MS"/>
                <a:cs typeface="Trebuchet MS"/>
              </a:rPr>
              <a:t>guidelines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into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one </a:t>
            </a:r>
            <a:r>
              <a:rPr sz="1800" dirty="0">
                <a:latin typeface="Trebuchet MS"/>
                <a:cs typeface="Trebuchet MS"/>
              </a:rPr>
              <a:t>digital</a:t>
            </a:r>
            <a:r>
              <a:rPr sz="1800" spc="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repositor</a:t>
            </a:r>
            <a:r>
              <a:rPr sz="1800" b="1" spc="-1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0819" y="3149897"/>
            <a:ext cx="6319520" cy="6723380"/>
            <a:chOff x="1580819" y="3149897"/>
            <a:chExt cx="6319520" cy="6723380"/>
          </a:xfrm>
        </p:grpSpPr>
        <p:sp>
          <p:nvSpPr>
            <p:cNvPr id="9" name="object 9"/>
            <p:cNvSpPr/>
            <p:nvPr/>
          </p:nvSpPr>
          <p:spPr>
            <a:xfrm>
              <a:off x="1580819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94D3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7125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3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147" y="5751313"/>
              <a:ext cx="4121937" cy="41219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85461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3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9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6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69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3581" y="4895165"/>
            <a:ext cx="227139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76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AI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35" dirty="0">
                <a:latin typeface="Tahoma"/>
                <a:cs typeface="Tahoma"/>
              </a:rPr>
              <a:t>Reasoning </a:t>
            </a:r>
            <a:r>
              <a:rPr sz="1800" dirty="0">
                <a:latin typeface="Verdana"/>
                <a:cs typeface="Verdana"/>
              </a:rPr>
              <a:t>Converting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static </a:t>
            </a:r>
            <a:r>
              <a:rPr sz="1800" spc="-40" dirty="0">
                <a:latin typeface="Verdana"/>
                <a:cs typeface="Verdana"/>
              </a:rPr>
              <a:t>text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a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dynamic </a:t>
            </a:r>
            <a:r>
              <a:rPr sz="1800" dirty="0">
                <a:latin typeface="Verdana"/>
                <a:cs typeface="Verdana"/>
              </a:rPr>
              <a:t>"Knowledge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Graph"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understands </a:t>
            </a:r>
            <a:r>
              <a:rPr sz="1800" dirty="0">
                <a:latin typeface="Verdana"/>
                <a:cs typeface="Verdana"/>
              </a:rPr>
              <a:t>clinical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logic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31068" y="3149897"/>
            <a:ext cx="15579090" cy="6723380"/>
            <a:chOff x="2231068" y="3149897"/>
            <a:chExt cx="15579090" cy="6723380"/>
          </a:xfrm>
        </p:grpSpPr>
        <p:sp>
          <p:nvSpPr>
            <p:cNvPr id="15" name="object 15"/>
            <p:cNvSpPr/>
            <p:nvPr/>
          </p:nvSpPr>
          <p:spPr>
            <a:xfrm>
              <a:off x="4884141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C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93768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4792" y="5751313"/>
              <a:ext cx="4121936" cy="41219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192105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7" y="0"/>
                  </a:lnTo>
                  <a:lnTo>
                    <a:pt x="2507456" y="4074216"/>
                  </a:lnTo>
                  <a:lnTo>
                    <a:pt x="2505971" y="4125013"/>
                  </a:lnTo>
                  <a:lnTo>
                    <a:pt x="2505897" y="4127530"/>
                  </a:lnTo>
                  <a:lnTo>
                    <a:pt x="2502473" y="4180109"/>
                  </a:lnTo>
                  <a:lnTo>
                    <a:pt x="2497221" y="4231927"/>
                  </a:lnTo>
                  <a:lnTo>
                    <a:pt x="2490177" y="4282956"/>
                  </a:lnTo>
                  <a:lnTo>
                    <a:pt x="2481379" y="4333171"/>
                  </a:lnTo>
                  <a:lnTo>
                    <a:pt x="2470958" y="4382099"/>
                  </a:lnTo>
                  <a:lnTo>
                    <a:pt x="2458665" y="4431052"/>
                  </a:lnTo>
                  <a:lnTo>
                    <a:pt x="2444815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9" y="4615877"/>
                  </a:lnTo>
                  <a:lnTo>
                    <a:pt x="2373732" y="4659651"/>
                  </a:lnTo>
                  <a:lnTo>
                    <a:pt x="2352213" y="4702399"/>
                  </a:lnTo>
                  <a:lnTo>
                    <a:pt x="2329269" y="4744094"/>
                  </a:lnTo>
                  <a:lnTo>
                    <a:pt x="2304936" y="4784711"/>
                  </a:lnTo>
                  <a:lnTo>
                    <a:pt x="2279251" y="4824223"/>
                  </a:lnTo>
                  <a:lnTo>
                    <a:pt x="2252250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6" y="5302606"/>
                  </a:lnTo>
                  <a:lnTo>
                    <a:pt x="1663066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9078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97091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8113" y="5751313"/>
              <a:ext cx="4121936" cy="41219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495428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5" y="5367523"/>
                  </a:moveTo>
                  <a:lnTo>
                    <a:pt x="1152364" y="5367523"/>
                  </a:lnTo>
                  <a:lnTo>
                    <a:pt x="1146636" y="5367114"/>
                  </a:lnTo>
                  <a:lnTo>
                    <a:pt x="1092966" y="5360898"/>
                  </a:lnTo>
                  <a:lnTo>
                    <a:pt x="1039755" y="5352472"/>
                  </a:lnTo>
                  <a:lnTo>
                    <a:pt x="987243" y="5341996"/>
                  </a:lnTo>
                  <a:lnTo>
                    <a:pt x="935666" y="5329632"/>
                  </a:lnTo>
                  <a:lnTo>
                    <a:pt x="885263" y="5315539"/>
                  </a:lnTo>
                  <a:lnTo>
                    <a:pt x="836271" y="5299876"/>
                  </a:lnTo>
                  <a:lnTo>
                    <a:pt x="792736" y="5283555"/>
                  </a:lnTo>
                  <a:lnTo>
                    <a:pt x="749988" y="5265656"/>
                  </a:lnTo>
                  <a:lnTo>
                    <a:pt x="708061" y="5246206"/>
                  </a:lnTo>
                  <a:lnTo>
                    <a:pt x="667102" y="5225290"/>
                  </a:lnTo>
                  <a:lnTo>
                    <a:pt x="626804" y="5202759"/>
                  </a:lnTo>
                  <a:lnTo>
                    <a:pt x="587542" y="5178813"/>
                  </a:lnTo>
                  <a:lnTo>
                    <a:pt x="549237" y="5153421"/>
                  </a:lnTo>
                  <a:lnTo>
                    <a:pt x="511922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7" y="4972158"/>
                  </a:lnTo>
                  <a:lnTo>
                    <a:pt x="310725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1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9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4" y="4230330"/>
                  </a:lnTo>
                  <a:lnTo>
                    <a:pt x="4928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4" y="5125740"/>
                  </a:lnTo>
                  <a:lnTo>
                    <a:pt x="1956080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599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1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3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5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9410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175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1068" y="7165075"/>
              <a:ext cx="609599" cy="609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4390" y="7121531"/>
              <a:ext cx="609599" cy="69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44356" y="7190602"/>
              <a:ext cx="609599" cy="5619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41034" y="7137215"/>
              <a:ext cx="609599" cy="6667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271381" y="5109940"/>
            <a:ext cx="2348865" cy="1725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20955" algn="ctr">
              <a:lnSpc>
                <a:spcPct val="98400"/>
              </a:lnSpc>
              <a:spcBef>
                <a:spcPts val="130"/>
              </a:spcBef>
            </a:pPr>
            <a:r>
              <a:rPr sz="1800" b="1" dirty="0">
                <a:latin typeface="Tahoma"/>
                <a:cs typeface="Tahoma"/>
              </a:rPr>
              <a:t>Clinical</a:t>
            </a:r>
            <a:r>
              <a:rPr sz="1800" b="1" spc="280" dirty="0">
                <a:latin typeface="Tahoma"/>
                <a:cs typeface="Tahoma"/>
              </a:rPr>
              <a:t> </a:t>
            </a:r>
            <a:r>
              <a:rPr sz="1800" b="1" spc="40" dirty="0">
                <a:latin typeface="Tahoma"/>
                <a:cs typeface="Tahoma"/>
              </a:rPr>
              <a:t>Support </a:t>
            </a:r>
            <a:r>
              <a:rPr sz="1800" dirty="0">
                <a:latin typeface="Verdana"/>
                <a:cs typeface="Verdana"/>
              </a:rPr>
              <a:t>Delivering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real-</a:t>
            </a:r>
            <a:r>
              <a:rPr sz="1800" spc="-20" dirty="0">
                <a:latin typeface="Verdana"/>
                <a:cs typeface="Verdana"/>
              </a:rPr>
              <a:t>time, </a:t>
            </a:r>
            <a:r>
              <a:rPr sz="1800" spc="-10" dirty="0">
                <a:latin typeface="Verdana"/>
                <a:cs typeface="Verdana"/>
              </a:rPr>
              <a:t>evidence-based</a:t>
            </a:r>
            <a:endParaRPr sz="1800">
              <a:latin typeface="Verdana"/>
              <a:cs typeface="Verdana"/>
            </a:endParaRPr>
          </a:p>
          <a:p>
            <a:pPr marL="213995" marR="206375" algn="ctr">
              <a:lnSpc>
                <a:spcPct val="1076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decision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support directly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bedside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589924" y="5109940"/>
            <a:ext cx="2315210" cy="17532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94615" marR="86995" indent="52069" algn="ctr">
              <a:lnSpc>
                <a:spcPct val="103499"/>
              </a:lnSpc>
              <a:spcBef>
                <a:spcPts val="20"/>
              </a:spcBef>
            </a:pPr>
            <a:r>
              <a:rPr sz="1800" b="1" dirty="0">
                <a:latin typeface="Tahoma"/>
                <a:cs typeface="Tahoma"/>
              </a:rPr>
              <a:t>Global</a:t>
            </a:r>
            <a:r>
              <a:rPr sz="1800" b="1" spc="17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Network </a:t>
            </a:r>
            <a:r>
              <a:rPr sz="1800" dirty="0">
                <a:latin typeface="Verdana"/>
                <a:cs typeface="Verdana"/>
              </a:rPr>
              <a:t>Sharing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successful </a:t>
            </a:r>
            <a:r>
              <a:rPr sz="1800" dirty="0">
                <a:latin typeface="Verdana"/>
                <a:cs typeface="Verdana"/>
              </a:rPr>
              <a:t>protocols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globally,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76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allowing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system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smarter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with </a:t>
            </a:r>
            <a:r>
              <a:rPr sz="1800" spc="-55" dirty="0">
                <a:latin typeface="Verdana"/>
                <a:cs typeface="Verdana"/>
              </a:rPr>
              <a:t>every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user.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7889" y="3178472"/>
            <a:ext cx="3648074" cy="4476749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0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45"/>
              </a:spcBef>
            </a:pPr>
            <a:r>
              <a:rPr sz="8500" spc="160" dirty="0"/>
              <a:t>MEDINEX</a:t>
            </a:r>
            <a:endParaRPr sz="8500"/>
          </a:p>
          <a:p>
            <a:pPr algn="ctr">
              <a:lnSpc>
                <a:spcPct val="100000"/>
              </a:lnSpc>
              <a:spcBef>
                <a:spcPts val="1970"/>
              </a:spcBef>
            </a:pPr>
            <a:r>
              <a:rPr sz="2750" b="0" spc="70" dirty="0">
                <a:latin typeface="Verdana"/>
                <a:cs typeface="Verdana"/>
              </a:rPr>
              <a:t>Where</a:t>
            </a:r>
            <a:r>
              <a:rPr sz="2750" b="0" spc="-195" dirty="0">
                <a:latin typeface="Verdana"/>
                <a:cs typeface="Verdana"/>
              </a:rPr>
              <a:t> </a:t>
            </a:r>
            <a:r>
              <a:rPr sz="2750" b="0" spc="75" dirty="0">
                <a:latin typeface="Verdana"/>
                <a:cs typeface="Verdana"/>
              </a:rPr>
              <a:t>Medical</a:t>
            </a:r>
            <a:r>
              <a:rPr sz="2750" b="0" spc="-195" dirty="0">
                <a:latin typeface="Verdana"/>
                <a:cs typeface="Verdana"/>
              </a:rPr>
              <a:t> </a:t>
            </a:r>
            <a:r>
              <a:rPr sz="2750" b="0" dirty="0">
                <a:latin typeface="Verdana"/>
                <a:cs typeface="Verdana"/>
              </a:rPr>
              <a:t>Intelligence</a:t>
            </a:r>
            <a:r>
              <a:rPr sz="2750" b="0" spc="-195" dirty="0">
                <a:latin typeface="Verdana"/>
                <a:cs typeface="Verdana"/>
              </a:rPr>
              <a:t> </a:t>
            </a:r>
            <a:r>
              <a:rPr sz="2750" b="0" spc="50" dirty="0">
                <a:latin typeface="Verdana"/>
                <a:cs typeface="Verdana"/>
              </a:rPr>
              <a:t>Meets</a:t>
            </a:r>
            <a:r>
              <a:rPr sz="2750" b="0" spc="-195" dirty="0">
                <a:latin typeface="Verdana"/>
                <a:cs typeface="Verdana"/>
              </a:rPr>
              <a:t> </a:t>
            </a:r>
            <a:r>
              <a:rPr sz="2750" b="0" spc="-60" dirty="0">
                <a:latin typeface="Verdana"/>
                <a:cs typeface="Verdana"/>
              </a:rPr>
              <a:t>Real-</a:t>
            </a:r>
            <a:r>
              <a:rPr sz="2750" b="0" spc="50" dirty="0">
                <a:latin typeface="Verdana"/>
                <a:cs typeface="Verdana"/>
              </a:rPr>
              <a:t>World</a:t>
            </a:r>
            <a:r>
              <a:rPr sz="2750" b="0" spc="-195" dirty="0">
                <a:latin typeface="Verdana"/>
                <a:cs typeface="Verdana"/>
              </a:rPr>
              <a:t> </a:t>
            </a:r>
            <a:r>
              <a:rPr sz="2750" b="0" spc="-20" dirty="0">
                <a:latin typeface="Verdana"/>
                <a:cs typeface="Verdana"/>
              </a:rPr>
              <a:t>Care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77104" y="4607334"/>
            <a:ext cx="7694930" cy="1410970"/>
          </a:xfrm>
          <a:custGeom>
            <a:avLst/>
            <a:gdLst/>
            <a:ahLst/>
            <a:cxnLst/>
            <a:rect l="l" t="t" r="r" b="b"/>
            <a:pathLst>
              <a:path w="7694930" h="1410970">
                <a:moveTo>
                  <a:pt x="6989611" y="1410530"/>
                </a:moveTo>
                <a:lnTo>
                  <a:pt x="0" y="1410530"/>
                </a:lnTo>
                <a:lnTo>
                  <a:pt x="0" y="0"/>
                </a:lnTo>
                <a:lnTo>
                  <a:pt x="6989611" y="0"/>
                </a:lnTo>
                <a:lnTo>
                  <a:pt x="7694876" y="705265"/>
                </a:lnTo>
                <a:lnTo>
                  <a:pt x="6989611" y="1410530"/>
                </a:lnTo>
                <a:close/>
              </a:path>
            </a:pathLst>
          </a:custGeom>
          <a:solidFill>
            <a:srgbClr val="008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77094" y="2572117"/>
            <a:ext cx="6939915" cy="1924685"/>
          </a:xfrm>
          <a:custGeom>
            <a:avLst/>
            <a:gdLst/>
            <a:ahLst/>
            <a:cxnLst/>
            <a:rect l="l" t="t" r="r" b="b"/>
            <a:pathLst>
              <a:path w="6939915" h="1924685">
                <a:moveTo>
                  <a:pt x="6939597" y="1921738"/>
                </a:moveTo>
                <a:lnTo>
                  <a:pt x="5099647" y="0"/>
                </a:lnTo>
                <a:lnTo>
                  <a:pt x="5099647" y="624687"/>
                </a:lnTo>
                <a:lnTo>
                  <a:pt x="0" y="624687"/>
                </a:lnTo>
                <a:lnTo>
                  <a:pt x="0" y="1924456"/>
                </a:lnTo>
                <a:lnTo>
                  <a:pt x="5544299" y="1924456"/>
                </a:lnTo>
                <a:lnTo>
                  <a:pt x="5544299" y="1921738"/>
                </a:lnTo>
                <a:lnTo>
                  <a:pt x="6939597" y="1921738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7094" y="6116091"/>
            <a:ext cx="6942455" cy="1762125"/>
          </a:xfrm>
          <a:custGeom>
            <a:avLst/>
            <a:gdLst/>
            <a:ahLst/>
            <a:cxnLst/>
            <a:rect l="l" t="t" r="r" b="b"/>
            <a:pathLst>
              <a:path w="6942455" h="1762125">
                <a:moveTo>
                  <a:pt x="6942125" y="0"/>
                </a:moveTo>
                <a:lnTo>
                  <a:pt x="5102174" y="0"/>
                </a:lnTo>
                <a:lnTo>
                  <a:pt x="5102174" y="16268"/>
                </a:lnTo>
                <a:lnTo>
                  <a:pt x="0" y="16268"/>
                </a:lnTo>
                <a:lnTo>
                  <a:pt x="0" y="1316024"/>
                </a:lnTo>
                <a:lnTo>
                  <a:pt x="5102174" y="1316024"/>
                </a:lnTo>
                <a:lnTo>
                  <a:pt x="5102174" y="1761655"/>
                </a:lnTo>
                <a:lnTo>
                  <a:pt x="6942125" y="0"/>
                </a:lnTo>
                <a:close/>
              </a:path>
            </a:pathLst>
          </a:custGeom>
          <a:solidFill>
            <a:srgbClr val="ABFA6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6343" y="3708437"/>
            <a:ext cx="537209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4321" y="5840565"/>
            <a:ext cx="5372099" cy="3524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519306" y="2791624"/>
            <a:ext cx="525145" cy="525145"/>
          </a:xfrm>
          <a:custGeom>
            <a:avLst/>
            <a:gdLst/>
            <a:ahLst/>
            <a:cxnLst/>
            <a:rect l="l" t="t" r="r" b="b"/>
            <a:pathLst>
              <a:path w="525145" h="525145">
                <a:moveTo>
                  <a:pt x="262290" y="524580"/>
                </a:moveTo>
                <a:lnTo>
                  <a:pt x="215143" y="520354"/>
                </a:lnTo>
                <a:lnTo>
                  <a:pt x="170768" y="508171"/>
                </a:lnTo>
                <a:lnTo>
                  <a:pt x="129907" y="488770"/>
                </a:lnTo>
                <a:lnTo>
                  <a:pt x="93299" y="462893"/>
                </a:lnTo>
                <a:lnTo>
                  <a:pt x="61687" y="431280"/>
                </a:lnTo>
                <a:lnTo>
                  <a:pt x="35810" y="394673"/>
                </a:lnTo>
                <a:lnTo>
                  <a:pt x="16409" y="353812"/>
                </a:lnTo>
                <a:lnTo>
                  <a:pt x="4225" y="309437"/>
                </a:lnTo>
                <a:lnTo>
                  <a:pt x="0" y="262290"/>
                </a:lnTo>
                <a:lnTo>
                  <a:pt x="4225" y="215143"/>
                </a:lnTo>
                <a:lnTo>
                  <a:pt x="16409" y="170768"/>
                </a:lnTo>
                <a:lnTo>
                  <a:pt x="35810" y="129907"/>
                </a:lnTo>
                <a:lnTo>
                  <a:pt x="61687" y="93300"/>
                </a:lnTo>
                <a:lnTo>
                  <a:pt x="93299" y="61687"/>
                </a:lnTo>
                <a:lnTo>
                  <a:pt x="129907" y="35810"/>
                </a:lnTo>
                <a:lnTo>
                  <a:pt x="170768" y="16409"/>
                </a:lnTo>
                <a:lnTo>
                  <a:pt x="215143" y="4225"/>
                </a:lnTo>
                <a:lnTo>
                  <a:pt x="262290" y="0"/>
                </a:lnTo>
                <a:lnTo>
                  <a:pt x="309437" y="4225"/>
                </a:lnTo>
                <a:lnTo>
                  <a:pt x="353811" y="16409"/>
                </a:lnTo>
                <a:lnTo>
                  <a:pt x="394673" y="35810"/>
                </a:lnTo>
                <a:lnTo>
                  <a:pt x="431280" y="61687"/>
                </a:lnTo>
                <a:lnTo>
                  <a:pt x="462892" y="93300"/>
                </a:lnTo>
                <a:lnTo>
                  <a:pt x="488770" y="129907"/>
                </a:lnTo>
                <a:lnTo>
                  <a:pt x="508170" y="170768"/>
                </a:lnTo>
                <a:lnTo>
                  <a:pt x="520354" y="215143"/>
                </a:lnTo>
                <a:lnTo>
                  <a:pt x="524580" y="262290"/>
                </a:lnTo>
                <a:lnTo>
                  <a:pt x="520354" y="309437"/>
                </a:lnTo>
                <a:lnTo>
                  <a:pt x="508170" y="353812"/>
                </a:lnTo>
                <a:lnTo>
                  <a:pt x="488770" y="394673"/>
                </a:lnTo>
                <a:lnTo>
                  <a:pt x="462892" y="431280"/>
                </a:lnTo>
                <a:lnTo>
                  <a:pt x="431280" y="462893"/>
                </a:lnTo>
                <a:lnTo>
                  <a:pt x="394673" y="488770"/>
                </a:lnTo>
                <a:lnTo>
                  <a:pt x="353811" y="508171"/>
                </a:lnTo>
                <a:lnTo>
                  <a:pt x="309437" y="520354"/>
                </a:lnTo>
                <a:lnTo>
                  <a:pt x="262290" y="524580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45909" y="2883699"/>
            <a:ext cx="271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962587" y="6526351"/>
            <a:ext cx="5456555" cy="1811655"/>
            <a:chOff x="10962587" y="6526351"/>
            <a:chExt cx="5456555" cy="18116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2587" y="8179837"/>
              <a:ext cx="5372099" cy="123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043887" y="6526351"/>
              <a:ext cx="5375275" cy="1811655"/>
            </a:xfrm>
            <a:custGeom>
              <a:avLst/>
              <a:gdLst/>
              <a:ahLst/>
              <a:cxnLst/>
              <a:rect l="l" t="t" r="r" b="b"/>
              <a:pathLst>
                <a:path w="5375275" h="1811654">
                  <a:moveTo>
                    <a:pt x="5279621" y="1811527"/>
                  </a:moveTo>
                  <a:lnTo>
                    <a:pt x="95250" y="1811527"/>
                  </a:lnTo>
                  <a:lnTo>
                    <a:pt x="76580" y="1809680"/>
                  </a:lnTo>
                  <a:lnTo>
                    <a:pt x="27897" y="1783629"/>
                  </a:lnTo>
                  <a:lnTo>
                    <a:pt x="1847" y="1734946"/>
                  </a:lnTo>
                  <a:lnTo>
                    <a:pt x="0" y="1716277"/>
                  </a:lnTo>
                  <a:lnTo>
                    <a:pt x="0" y="95250"/>
                  </a:lnTo>
                  <a:lnTo>
                    <a:pt x="16002" y="42405"/>
                  </a:lnTo>
                  <a:lnTo>
                    <a:pt x="58799" y="7250"/>
                  </a:lnTo>
                  <a:lnTo>
                    <a:pt x="95250" y="0"/>
                  </a:lnTo>
                  <a:lnTo>
                    <a:pt x="5279621" y="0"/>
                  </a:lnTo>
                  <a:lnTo>
                    <a:pt x="5332466" y="16003"/>
                  </a:lnTo>
                  <a:lnTo>
                    <a:pt x="5367620" y="58799"/>
                  </a:lnTo>
                  <a:lnTo>
                    <a:pt x="5374871" y="95250"/>
                  </a:lnTo>
                  <a:lnTo>
                    <a:pt x="5374871" y="1716277"/>
                  </a:lnTo>
                  <a:lnTo>
                    <a:pt x="5358868" y="1769122"/>
                  </a:lnTo>
                  <a:lnTo>
                    <a:pt x="5316071" y="1804277"/>
                  </a:lnTo>
                  <a:lnTo>
                    <a:pt x="5279621" y="1811527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47451" y="7266988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300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300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AB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252623" y="7359063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ahoma"/>
                <a:cs typeface="Tahoma"/>
              </a:rPr>
              <a:t>03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672034" y="4290225"/>
            <a:ext cx="5637530" cy="1378585"/>
            <a:chOff x="11672034" y="4290225"/>
            <a:chExt cx="5637530" cy="1378585"/>
          </a:xfrm>
        </p:grpSpPr>
        <p:sp>
          <p:nvSpPr>
            <p:cNvPr id="16" name="object 16"/>
            <p:cNvSpPr/>
            <p:nvPr/>
          </p:nvSpPr>
          <p:spPr>
            <a:xfrm>
              <a:off x="11934322" y="4290225"/>
              <a:ext cx="5375275" cy="1378585"/>
            </a:xfrm>
            <a:custGeom>
              <a:avLst/>
              <a:gdLst/>
              <a:ahLst/>
              <a:cxnLst/>
              <a:rect l="l" t="t" r="r" b="b"/>
              <a:pathLst>
                <a:path w="5375275" h="1378585">
                  <a:moveTo>
                    <a:pt x="5279620" y="1377998"/>
                  </a:moveTo>
                  <a:lnTo>
                    <a:pt x="95249" y="1377998"/>
                  </a:lnTo>
                  <a:lnTo>
                    <a:pt x="76580" y="1376151"/>
                  </a:lnTo>
                  <a:lnTo>
                    <a:pt x="27897" y="1350100"/>
                  </a:lnTo>
                  <a:lnTo>
                    <a:pt x="1847" y="1301417"/>
                  </a:lnTo>
                  <a:lnTo>
                    <a:pt x="0" y="1282748"/>
                  </a:lnTo>
                  <a:lnTo>
                    <a:pt x="0" y="95249"/>
                  </a:lnTo>
                  <a:lnTo>
                    <a:pt x="16003" y="42405"/>
                  </a:lnTo>
                  <a:lnTo>
                    <a:pt x="58799" y="7250"/>
                  </a:lnTo>
                  <a:lnTo>
                    <a:pt x="95249" y="0"/>
                  </a:lnTo>
                  <a:lnTo>
                    <a:pt x="5279620" y="0"/>
                  </a:lnTo>
                  <a:lnTo>
                    <a:pt x="5332465" y="16003"/>
                  </a:lnTo>
                  <a:lnTo>
                    <a:pt x="5367620" y="58799"/>
                  </a:lnTo>
                  <a:lnTo>
                    <a:pt x="5374870" y="95249"/>
                  </a:lnTo>
                  <a:lnTo>
                    <a:pt x="5374870" y="1282748"/>
                  </a:lnTo>
                  <a:lnTo>
                    <a:pt x="5358867" y="1335593"/>
                  </a:lnTo>
                  <a:lnTo>
                    <a:pt x="5316071" y="1370747"/>
                  </a:lnTo>
                  <a:lnTo>
                    <a:pt x="5279620" y="1377998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72034" y="5051460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299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299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008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80180" y="5143535"/>
            <a:ext cx="30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3929" y="3513309"/>
            <a:ext cx="647699" cy="66674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9590185" y="4979224"/>
            <a:ext cx="685165" cy="665480"/>
          </a:xfrm>
          <a:custGeom>
            <a:avLst/>
            <a:gdLst/>
            <a:ahLst/>
            <a:cxnLst/>
            <a:rect l="l" t="t" r="r" b="b"/>
            <a:pathLst>
              <a:path w="685165" h="665479">
                <a:moveTo>
                  <a:pt x="103685" y="665479"/>
                </a:moveTo>
                <a:lnTo>
                  <a:pt x="101985" y="600709"/>
                </a:lnTo>
                <a:lnTo>
                  <a:pt x="101918" y="537209"/>
                </a:lnTo>
                <a:lnTo>
                  <a:pt x="80437" y="537209"/>
                </a:lnTo>
                <a:lnTo>
                  <a:pt x="60404" y="534669"/>
                </a:lnTo>
                <a:lnTo>
                  <a:pt x="50766" y="532129"/>
                </a:lnTo>
                <a:lnTo>
                  <a:pt x="41381" y="527049"/>
                </a:lnTo>
                <a:lnTo>
                  <a:pt x="32171" y="523239"/>
                </a:lnTo>
                <a:lnTo>
                  <a:pt x="3312" y="490219"/>
                </a:lnTo>
                <a:lnTo>
                  <a:pt x="0" y="476249"/>
                </a:lnTo>
                <a:lnTo>
                  <a:pt x="0" y="283209"/>
                </a:lnTo>
                <a:lnTo>
                  <a:pt x="18602" y="247649"/>
                </a:lnTo>
                <a:lnTo>
                  <a:pt x="51639" y="223519"/>
                </a:lnTo>
                <a:lnTo>
                  <a:pt x="67325" y="219709"/>
                </a:lnTo>
                <a:lnTo>
                  <a:pt x="254983" y="219709"/>
                </a:lnTo>
                <a:lnTo>
                  <a:pt x="254908" y="100329"/>
                </a:lnTo>
                <a:lnTo>
                  <a:pt x="254280" y="81279"/>
                </a:lnTo>
                <a:lnTo>
                  <a:pt x="254239" y="80009"/>
                </a:lnTo>
                <a:lnTo>
                  <a:pt x="260383" y="49529"/>
                </a:lnTo>
                <a:lnTo>
                  <a:pt x="274243" y="26669"/>
                </a:lnTo>
                <a:lnTo>
                  <a:pt x="295235" y="10159"/>
                </a:lnTo>
                <a:lnTo>
                  <a:pt x="322773" y="0"/>
                </a:lnTo>
                <a:lnTo>
                  <a:pt x="617836" y="0"/>
                </a:lnTo>
                <a:lnTo>
                  <a:pt x="654650" y="16509"/>
                </a:lnTo>
                <a:lnTo>
                  <a:pt x="663898" y="25399"/>
                </a:lnTo>
                <a:lnTo>
                  <a:pt x="327537" y="25399"/>
                </a:lnTo>
                <a:lnTo>
                  <a:pt x="320369" y="26669"/>
                </a:lnTo>
                <a:lnTo>
                  <a:pt x="290700" y="46989"/>
                </a:lnTo>
                <a:lnTo>
                  <a:pt x="286792" y="52069"/>
                </a:lnTo>
                <a:lnTo>
                  <a:pt x="285179" y="55879"/>
                </a:lnTo>
                <a:lnTo>
                  <a:pt x="282635" y="62229"/>
                </a:lnTo>
                <a:lnTo>
                  <a:pt x="281733" y="66039"/>
                </a:lnTo>
                <a:lnTo>
                  <a:pt x="280666" y="73659"/>
                </a:lnTo>
                <a:lnTo>
                  <a:pt x="280747" y="238759"/>
                </a:lnTo>
                <a:lnTo>
                  <a:pt x="280995" y="242569"/>
                </a:lnTo>
                <a:lnTo>
                  <a:pt x="281485" y="245109"/>
                </a:lnTo>
                <a:lnTo>
                  <a:pt x="75972" y="245109"/>
                </a:lnTo>
                <a:lnTo>
                  <a:pt x="72371" y="246379"/>
                </a:lnTo>
                <a:lnTo>
                  <a:pt x="65221" y="247649"/>
                </a:lnTo>
                <a:lnTo>
                  <a:pt x="61749" y="247649"/>
                </a:lnTo>
                <a:lnTo>
                  <a:pt x="55013" y="250189"/>
                </a:lnTo>
                <a:lnTo>
                  <a:pt x="51821" y="252729"/>
                </a:lnTo>
                <a:lnTo>
                  <a:pt x="45789" y="256539"/>
                </a:lnTo>
                <a:lnTo>
                  <a:pt x="43014" y="259079"/>
                </a:lnTo>
                <a:lnTo>
                  <a:pt x="25705" y="293369"/>
                </a:lnTo>
                <a:lnTo>
                  <a:pt x="25758" y="455929"/>
                </a:lnTo>
                <a:lnTo>
                  <a:pt x="25567" y="459739"/>
                </a:lnTo>
                <a:lnTo>
                  <a:pt x="25629" y="461009"/>
                </a:lnTo>
                <a:lnTo>
                  <a:pt x="25753" y="463549"/>
                </a:lnTo>
                <a:lnTo>
                  <a:pt x="26874" y="471169"/>
                </a:lnTo>
                <a:lnTo>
                  <a:pt x="27799" y="473709"/>
                </a:lnTo>
                <a:lnTo>
                  <a:pt x="30375" y="481329"/>
                </a:lnTo>
                <a:lnTo>
                  <a:pt x="31999" y="483869"/>
                </a:lnTo>
                <a:lnTo>
                  <a:pt x="35918" y="490219"/>
                </a:lnTo>
                <a:lnTo>
                  <a:pt x="38172" y="492759"/>
                </a:lnTo>
                <a:lnTo>
                  <a:pt x="43266" y="497839"/>
                </a:lnTo>
                <a:lnTo>
                  <a:pt x="46052" y="500379"/>
                </a:lnTo>
                <a:lnTo>
                  <a:pt x="52101" y="504189"/>
                </a:lnTo>
                <a:lnTo>
                  <a:pt x="55299" y="505459"/>
                </a:lnTo>
                <a:lnTo>
                  <a:pt x="62042" y="509269"/>
                </a:lnTo>
                <a:lnTo>
                  <a:pt x="65515" y="509269"/>
                </a:lnTo>
                <a:lnTo>
                  <a:pt x="72661" y="510539"/>
                </a:lnTo>
                <a:lnTo>
                  <a:pt x="87077" y="510539"/>
                </a:lnTo>
                <a:lnTo>
                  <a:pt x="101509" y="511809"/>
                </a:lnTo>
                <a:lnTo>
                  <a:pt x="118662" y="511809"/>
                </a:lnTo>
                <a:lnTo>
                  <a:pt x="122841" y="514349"/>
                </a:lnTo>
                <a:lnTo>
                  <a:pt x="126702" y="519429"/>
                </a:lnTo>
                <a:lnTo>
                  <a:pt x="128314" y="524509"/>
                </a:lnTo>
                <a:lnTo>
                  <a:pt x="127677" y="530859"/>
                </a:lnTo>
                <a:lnTo>
                  <a:pt x="127574" y="537209"/>
                </a:lnTo>
                <a:lnTo>
                  <a:pt x="127491" y="542289"/>
                </a:lnTo>
                <a:lnTo>
                  <a:pt x="127430" y="546099"/>
                </a:lnTo>
                <a:lnTo>
                  <a:pt x="127326" y="552449"/>
                </a:lnTo>
                <a:lnTo>
                  <a:pt x="127244" y="557529"/>
                </a:lnTo>
                <a:lnTo>
                  <a:pt x="126724" y="581659"/>
                </a:lnTo>
                <a:lnTo>
                  <a:pt x="126273" y="598169"/>
                </a:lnTo>
                <a:lnTo>
                  <a:pt x="125910" y="609599"/>
                </a:lnTo>
                <a:lnTo>
                  <a:pt x="161286" y="609599"/>
                </a:lnTo>
                <a:lnTo>
                  <a:pt x="158945" y="612139"/>
                </a:lnTo>
                <a:lnTo>
                  <a:pt x="146705" y="624839"/>
                </a:lnTo>
                <a:lnTo>
                  <a:pt x="131397" y="638809"/>
                </a:lnTo>
                <a:lnTo>
                  <a:pt x="118901" y="651509"/>
                </a:lnTo>
                <a:lnTo>
                  <a:pt x="111611" y="659129"/>
                </a:lnTo>
                <a:lnTo>
                  <a:pt x="103685" y="665479"/>
                </a:lnTo>
                <a:close/>
              </a:path>
              <a:path w="685165" h="665479">
                <a:moveTo>
                  <a:pt x="582866" y="389889"/>
                </a:moveTo>
                <a:lnTo>
                  <a:pt x="559158" y="389889"/>
                </a:lnTo>
                <a:lnTo>
                  <a:pt x="558650" y="370839"/>
                </a:lnTo>
                <a:lnTo>
                  <a:pt x="558549" y="367029"/>
                </a:lnTo>
                <a:lnTo>
                  <a:pt x="558447" y="363219"/>
                </a:lnTo>
                <a:lnTo>
                  <a:pt x="558379" y="360679"/>
                </a:lnTo>
                <a:lnTo>
                  <a:pt x="558259" y="355599"/>
                </a:lnTo>
                <a:lnTo>
                  <a:pt x="558169" y="351789"/>
                </a:lnTo>
                <a:lnTo>
                  <a:pt x="558048" y="346709"/>
                </a:lnTo>
                <a:lnTo>
                  <a:pt x="557928" y="341629"/>
                </a:lnTo>
                <a:lnTo>
                  <a:pt x="557817" y="336549"/>
                </a:lnTo>
                <a:lnTo>
                  <a:pt x="557696" y="328929"/>
                </a:lnTo>
                <a:lnTo>
                  <a:pt x="557594" y="322579"/>
                </a:lnTo>
                <a:lnTo>
                  <a:pt x="557513" y="317499"/>
                </a:lnTo>
                <a:lnTo>
                  <a:pt x="557391" y="309879"/>
                </a:lnTo>
                <a:lnTo>
                  <a:pt x="556795" y="304799"/>
                </a:lnTo>
                <a:lnTo>
                  <a:pt x="558438" y="299719"/>
                </a:lnTo>
                <a:lnTo>
                  <a:pt x="562320" y="294639"/>
                </a:lnTo>
                <a:lnTo>
                  <a:pt x="566451" y="292099"/>
                </a:lnTo>
                <a:lnTo>
                  <a:pt x="571131" y="290829"/>
                </a:lnTo>
                <a:lnTo>
                  <a:pt x="612412" y="290829"/>
                </a:lnTo>
                <a:lnTo>
                  <a:pt x="619565" y="289559"/>
                </a:lnTo>
                <a:lnTo>
                  <a:pt x="653126" y="264159"/>
                </a:lnTo>
                <a:lnTo>
                  <a:pt x="659457" y="73659"/>
                </a:lnTo>
                <a:lnTo>
                  <a:pt x="658381" y="66039"/>
                </a:lnTo>
                <a:lnTo>
                  <a:pt x="657478" y="63499"/>
                </a:lnTo>
                <a:lnTo>
                  <a:pt x="654943" y="55879"/>
                </a:lnTo>
                <a:lnTo>
                  <a:pt x="653338" y="53339"/>
                </a:lnTo>
                <a:lnTo>
                  <a:pt x="649453" y="46989"/>
                </a:lnTo>
                <a:lnTo>
                  <a:pt x="647215" y="44449"/>
                </a:lnTo>
                <a:lnTo>
                  <a:pt x="642147" y="39369"/>
                </a:lnTo>
                <a:lnTo>
                  <a:pt x="639372" y="36829"/>
                </a:lnTo>
                <a:lnTo>
                  <a:pt x="633340" y="33019"/>
                </a:lnTo>
                <a:lnTo>
                  <a:pt x="630148" y="30479"/>
                </a:lnTo>
                <a:lnTo>
                  <a:pt x="623412" y="27939"/>
                </a:lnTo>
                <a:lnTo>
                  <a:pt x="619941" y="26669"/>
                </a:lnTo>
                <a:lnTo>
                  <a:pt x="612791" y="25399"/>
                </a:lnTo>
                <a:lnTo>
                  <a:pt x="663898" y="25399"/>
                </a:lnTo>
                <a:lnTo>
                  <a:pt x="685162" y="63499"/>
                </a:lnTo>
                <a:lnTo>
                  <a:pt x="685162" y="255269"/>
                </a:lnTo>
                <a:lnTo>
                  <a:pt x="668608" y="290829"/>
                </a:lnTo>
                <a:lnTo>
                  <a:pt x="634325" y="311149"/>
                </a:lnTo>
                <a:lnTo>
                  <a:pt x="614843" y="316229"/>
                </a:lnTo>
                <a:lnTo>
                  <a:pt x="583150" y="316229"/>
                </a:lnTo>
                <a:lnTo>
                  <a:pt x="583087" y="380999"/>
                </a:lnTo>
                <a:lnTo>
                  <a:pt x="582866" y="389889"/>
                </a:lnTo>
                <a:close/>
              </a:path>
              <a:path w="685165" h="665479">
                <a:moveTo>
                  <a:pt x="607414" y="124459"/>
                </a:moveTo>
                <a:lnTo>
                  <a:pt x="336636" y="124459"/>
                </a:lnTo>
                <a:lnTo>
                  <a:pt x="333218" y="123189"/>
                </a:lnTo>
                <a:lnTo>
                  <a:pt x="326316" y="113029"/>
                </a:lnTo>
                <a:lnTo>
                  <a:pt x="326316" y="109219"/>
                </a:lnTo>
                <a:lnTo>
                  <a:pt x="336636" y="97789"/>
                </a:lnTo>
                <a:lnTo>
                  <a:pt x="338415" y="96519"/>
                </a:lnTo>
                <a:lnTo>
                  <a:pt x="605635" y="96519"/>
                </a:lnTo>
                <a:lnTo>
                  <a:pt x="607414" y="97789"/>
                </a:lnTo>
                <a:lnTo>
                  <a:pt x="610832" y="99059"/>
                </a:lnTo>
                <a:lnTo>
                  <a:pt x="617734" y="109219"/>
                </a:lnTo>
                <a:lnTo>
                  <a:pt x="617734" y="113029"/>
                </a:lnTo>
                <a:lnTo>
                  <a:pt x="610832" y="123189"/>
                </a:lnTo>
                <a:lnTo>
                  <a:pt x="607414" y="124459"/>
                </a:lnTo>
                <a:close/>
              </a:path>
              <a:path w="685165" h="665479">
                <a:moveTo>
                  <a:pt x="511518" y="199389"/>
                </a:moveTo>
                <a:lnTo>
                  <a:pt x="346487" y="199389"/>
                </a:lnTo>
                <a:lnTo>
                  <a:pt x="344708" y="198119"/>
                </a:lnTo>
                <a:lnTo>
                  <a:pt x="341290" y="196849"/>
                </a:lnTo>
                <a:lnTo>
                  <a:pt x="334388" y="186689"/>
                </a:lnTo>
                <a:lnTo>
                  <a:pt x="334388" y="182879"/>
                </a:lnTo>
                <a:lnTo>
                  <a:pt x="344708" y="171449"/>
                </a:lnTo>
                <a:lnTo>
                  <a:pt x="513297" y="171449"/>
                </a:lnTo>
                <a:lnTo>
                  <a:pt x="523617" y="182879"/>
                </a:lnTo>
                <a:lnTo>
                  <a:pt x="523617" y="186689"/>
                </a:lnTo>
                <a:lnTo>
                  <a:pt x="513297" y="198119"/>
                </a:lnTo>
                <a:lnTo>
                  <a:pt x="511518" y="199389"/>
                </a:lnTo>
                <a:close/>
              </a:path>
              <a:path w="685165" h="665479">
                <a:moveTo>
                  <a:pt x="581476" y="445769"/>
                </a:moveTo>
                <a:lnTo>
                  <a:pt x="573498" y="438149"/>
                </a:lnTo>
                <a:lnTo>
                  <a:pt x="566191" y="431799"/>
                </a:lnTo>
                <a:lnTo>
                  <a:pt x="559598" y="425449"/>
                </a:lnTo>
                <a:lnTo>
                  <a:pt x="553765" y="419099"/>
                </a:lnTo>
                <a:lnTo>
                  <a:pt x="538454" y="403859"/>
                </a:lnTo>
                <a:lnTo>
                  <a:pt x="526204" y="392429"/>
                </a:lnTo>
                <a:lnTo>
                  <a:pt x="515645" y="380999"/>
                </a:lnTo>
                <a:lnTo>
                  <a:pt x="505409" y="370839"/>
                </a:lnTo>
                <a:lnTo>
                  <a:pt x="498446" y="363219"/>
                </a:lnTo>
                <a:lnTo>
                  <a:pt x="490972" y="355599"/>
                </a:lnTo>
                <a:lnTo>
                  <a:pt x="487462" y="351789"/>
                </a:lnTo>
                <a:lnTo>
                  <a:pt x="471633" y="335279"/>
                </a:lnTo>
                <a:lnTo>
                  <a:pt x="461401" y="326389"/>
                </a:lnTo>
                <a:lnTo>
                  <a:pt x="455318" y="322579"/>
                </a:lnTo>
                <a:lnTo>
                  <a:pt x="451939" y="320039"/>
                </a:lnTo>
                <a:lnTo>
                  <a:pt x="445049" y="317499"/>
                </a:lnTo>
                <a:lnTo>
                  <a:pt x="437858" y="316229"/>
                </a:lnTo>
                <a:lnTo>
                  <a:pt x="325418" y="316229"/>
                </a:lnTo>
                <a:lnTo>
                  <a:pt x="315497" y="314959"/>
                </a:lnTo>
                <a:lnTo>
                  <a:pt x="280509" y="297179"/>
                </a:lnTo>
                <a:lnTo>
                  <a:pt x="259402" y="264159"/>
                </a:lnTo>
                <a:lnTo>
                  <a:pt x="255633" y="245109"/>
                </a:lnTo>
                <a:lnTo>
                  <a:pt x="281485" y="245109"/>
                </a:lnTo>
                <a:lnTo>
                  <a:pt x="287277" y="264159"/>
                </a:lnTo>
                <a:lnTo>
                  <a:pt x="298665" y="278129"/>
                </a:lnTo>
                <a:lnTo>
                  <a:pt x="315041" y="288289"/>
                </a:lnTo>
                <a:lnTo>
                  <a:pt x="335792" y="290829"/>
                </a:lnTo>
                <a:lnTo>
                  <a:pt x="455264" y="290829"/>
                </a:lnTo>
                <a:lnTo>
                  <a:pt x="465145" y="295909"/>
                </a:lnTo>
                <a:lnTo>
                  <a:pt x="469396" y="298449"/>
                </a:lnTo>
                <a:lnTo>
                  <a:pt x="472955" y="302259"/>
                </a:lnTo>
                <a:lnTo>
                  <a:pt x="483172" y="312419"/>
                </a:lnTo>
                <a:lnTo>
                  <a:pt x="493599" y="322579"/>
                </a:lnTo>
                <a:lnTo>
                  <a:pt x="503817" y="332739"/>
                </a:lnTo>
                <a:lnTo>
                  <a:pt x="513406" y="342899"/>
                </a:lnTo>
                <a:lnTo>
                  <a:pt x="524079" y="355599"/>
                </a:lnTo>
                <a:lnTo>
                  <a:pt x="535262" y="367029"/>
                </a:lnTo>
                <a:lnTo>
                  <a:pt x="546955" y="378459"/>
                </a:lnTo>
                <a:lnTo>
                  <a:pt x="559158" y="389889"/>
                </a:lnTo>
                <a:lnTo>
                  <a:pt x="582866" y="389889"/>
                </a:lnTo>
                <a:lnTo>
                  <a:pt x="581476" y="445769"/>
                </a:lnTo>
                <a:close/>
              </a:path>
              <a:path w="685165" h="665479">
                <a:moveTo>
                  <a:pt x="410050" y="511809"/>
                </a:moveTo>
                <a:lnTo>
                  <a:pt x="352960" y="511809"/>
                </a:lnTo>
                <a:lnTo>
                  <a:pt x="356629" y="510539"/>
                </a:lnTo>
                <a:lnTo>
                  <a:pt x="363938" y="510539"/>
                </a:lnTo>
                <a:lnTo>
                  <a:pt x="367494" y="509269"/>
                </a:lnTo>
                <a:lnTo>
                  <a:pt x="374409" y="506729"/>
                </a:lnTo>
                <a:lnTo>
                  <a:pt x="377690" y="505459"/>
                </a:lnTo>
                <a:lnTo>
                  <a:pt x="383899" y="500379"/>
                </a:lnTo>
                <a:lnTo>
                  <a:pt x="386755" y="499109"/>
                </a:lnTo>
                <a:lnTo>
                  <a:pt x="391973" y="492759"/>
                </a:lnTo>
                <a:lnTo>
                  <a:pt x="394276" y="490219"/>
                </a:lnTo>
                <a:lnTo>
                  <a:pt x="398266" y="483869"/>
                </a:lnTo>
                <a:lnTo>
                  <a:pt x="404543" y="461009"/>
                </a:lnTo>
                <a:lnTo>
                  <a:pt x="404587" y="459739"/>
                </a:lnTo>
                <a:lnTo>
                  <a:pt x="404327" y="455929"/>
                </a:lnTo>
                <a:lnTo>
                  <a:pt x="404327" y="316229"/>
                </a:lnTo>
                <a:lnTo>
                  <a:pt x="430365" y="316229"/>
                </a:lnTo>
                <a:lnTo>
                  <a:pt x="430260" y="320039"/>
                </a:lnTo>
                <a:lnTo>
                  <a:pt x="430190" y="322579"/>
                </a:lnTo>
                <a:lnTo>
                  <a:pt x="430065" y="355599"/>
                </a:lnTo>
                <a:lnTo>
                  <a:pt x="429993" y="455929"/>
                </a:lnTo>
                <a:lnTo>
                  <a:pt x="430178" y="459739"/>
                </a:lnTo>
                <a:lnTo>
                  <a:pt x="430240" y="461009"/>
                </a:lnTo>
                <a:lnTo>
                  <a:pt x="411313" y="510539"/>
                </a:lnTo>
                <a:lnTo>
                  <a:pt x="410050" y="511809"/>
                </a:lnTo>
                <a:close/>
              </a:path>
              <a:path w="685165" h="665479">
                <a:moveTo>
                  <a:pt x="247406" y="353059"/>
                </a:moveTo>
                <a:lnTo>
                  <a:pt x="78817" y="353059"/>
                </a:lnTo>
                <a:lnTo>
                  <a:pt x="75399" y="351789"/>
                </a:lnTo>
                <a:lnTo>
                  <a:pt x="68497" y="341629"/>
                </a:lnTo>
                <a:lnTo>
                  <a:pt x="68497" y="337819"/>
                </a:lnTo>
                <a:lnTo>
                  <a:pt x="78817" y="326389"/>
                </a:lnTo>
                <a:lnTo>
                  <a:pt x="247406" y="326389"/>
                </a:lnTo>
                <a:lnTo>
                  <a:pt x="257726" y="337819"/>
                </a:lnTo>
                <a:lnTo>
                  <a:pt x="257726" y="341629"/>
                </a:lnTo>
                <a:lnTo>
                  <a:pt x="247406" y="353059"/>
                </a:lnTo>
                <a:close/>
              </a:path>
              <a:path w="685165" h="665479">
                <a:moveTo>
                  <a:pt x="348469" y="427989"/>
                </a:moveTo>
                <a:lnTo>
                  <a:pt x="77692" y="427989"/>
                </a:lnTo>
                <a:lnTo>
                  <a:pt x="74274" y="426719"/>
                </a:lnTo>
                <a:lnTo>
                  <a:pt x="67372" y="416559"/>
                </a:lnTo>
                <a:lnTo>
                  <a:pt x="67372" y="412749"/>
                </a:lnTo>
                <a:lnTo>
                  <a:pt x="77692" y="401319"/>
                </a:lnTo>
                <a:lnTo>
                  <a:pt x="79471" y="400049"/>
                </a:lnTo>
                <a:lnTo>
                  <a:pt x="346690" y="400049"/>
                </a:lnTo>
                <a:lnTo>
                  <a:pt x="348469" y="401319"/>
                </a:lnTo>
                <a:lnTo>
                  <a:pt x="351887" y="402589"/>
                </a:lnTo>
                <a:lnTo>
                  <a:pt x="358789" y="412749"/>
                </a:lnTo>
                <a:lnTo>
                  <a:pt x="358789" y="416559"/>
                </a:lnTo>
                <a:lnTo>
                  <a:pt x="351887" y="426719"/>
                </a:lnTo>
                <a:lnTo>
                  <a:pt x="348469" y="427989"/>
                </a:lnTo>
                <a:close/>
              </a:path>
              <a:path w="685165" h="665479">
                <a:moveTo>
                  <a:pt x="118662" y="511809"/>
                </a:moveTo>
                <a:lnTo>
                  <a:pt x="101509" y="511809"/>
                </a:lnTo>
                <a:lnTo>
                  <a:pt x="108707" y="510539"/>
                </a:lnTo>
                <a:lnTo>
                  <a:pt x="113950" y="510539"/>
                </a:lnTo>
                <a:lnTo>
                  <a:pt x="118662" y="511809"/>
                </a:lnTo>
                <a:close/>
              </a:path>
              <a:path w="685165" h="665479">
                <a:moveTo>
                  <a:pt x="161286" y="609599"/>
                </a:moveTo>
                <a:lnTo>
                  <a:pt x="125910" y="609599"/>
                </a:lnTo>
                <a:lnTo>
                  <a:pt x="138127" y="598169"/>
                </a:lnTo>
                <a:lnTo>
                  <a:pt x="149825" y="588009"/>
                </a:lnTo>
                <a:lnTo>
                  <a:pt x="161003" y="575309"/>
                </a:lnTo>
                <a:lnTo>
                  <a:pt x="171662" y="563879"/>
                </a:lnTo>
                <a:lnTo>
                  <a:pt x="181292" y="552449"/>
                </a:lnTo>
                <a:lnTo>
                  <a:pt x="191516" y="542289"/>
                </a:lnTo>
                <a:lnTo>
                  <a:pt x="201948" y="532129"/>
                </a:lnTo>
                <a:lnTo>
                  <a:pt x="212206" y="521969"/>
                </a:lnTo>
                <a:lnTo>
                  <a:pt x="218170" y="516889"/>
                </a:lnTo>
                <a:lnTo>
                  <a:pt x="224838" y="513079"/>
                </a:lnTo>
                <a:lnTo>
                  <a:pt x="232212" y="511809"/>
                </a:lnTo>
                <a:lnTo>
                  <a:pt x="240290" y="510539"/>
                </a:lnTo>
                <a:lnTo>
                  <a:pt x="267545" y="510539"/>
                </a:lnTo>
                <a:lnTo>
                  <a:pt x="322021" y="511809"/>
                </a:lnTo>
                <a:lnTo>
                  <a:pt x="410050" y="511809"/>
                </a:lnTo>
                <a:lnTo>
                  <a:pt x="403738" y="518159"/>
                </a:lnTo>
                <a:lnTo>
                  <a:pt x="399599" y="520699"/>
                </a:lnTo>
                <a:lnTo>
                  <a:pt x="390621" y="527049"/>
                </a:lnTo>
                <a:lnTo>
                  <a:pt x="385877" y="529589"/>
                </a:lnTo>
                <a:lnTo>
                  <a:pt x="375881" y="533399"/>
                </a:lnTo>
                <a:lnTo>
                  <a:pt x="370735" y="534669"/>
                </a:lnTo>
                <a:lnTo>
                  <a:pt x="360150" y="535939"/>
                </a:lnTo>
                <a:lnTo>
                  <a:pt x="247429" y="535939"/>
                </a:lnTo>
                <a:lnTo>
                  <a:pt x="240175" y="537209"/>
                </a:lnTo>
                <a:lnTo>
                  <a:pt x="233223" y="539749"/>
                </a:lnTo>
                <a:lnTo>
                  <a:pt x="229789" y="542289"/>
                </a:lnTo>
                <a:lnTo>
                  <a:pt x="223679" y="546099"/>
                </a:lnTo>
                <a:lnTo>
                  <a:pt x="213437" y="554989"/>
                </a:lnTo>
                <a:lnTo>
                  <a:pt x="197607" y="571499"/>
                </a:lnTo>
                <a:lnTo>
                  <a:pt x="194109" y="575309"/>
                </a:lnTo>
                <a:lnTo>
                  <a:pt x="186661" y="582929"/>
                </a:lnTo>
                <a:lnTo>
                  <a:pt x="169477" y="600709"/>
                </a:lnTo>
                <a:lnTo>
                  <a:pt x="161286" y="609599"/>
                </a:lnTo>
                <a:close/>
              </a:path>
              <a:path w="685165" h="665479">
                <a:moveTo>
                  <a:pt x="352960" y="511809"/>
                </a:moveTo>
                <a:lnTo>
                  <a:pt x="322021" y="511809"/>
                </a:lnTo>
                <a:lnTo>
                  <a:pt x="349276" y="510539"/>
                </a:lnTo>
                <a:lnTo>
                  <a:pt x="352960" y="511809"/>
                </a:lnTo>
                <a:close/>
              </a:path>
              <a:path w="685165" h="665479">
                <a:moveTo>
                  <a:pt x="354823" y="537209"/>
                </a:moveTo>
                <a:lnTo>
                  <a:pt x="278572" y="537209"/>
                </a:lnTo>
                <a:lnTo>
                  <a:pt x="254983" y="535939"/>
                </a:lnTo>
                <a:lnTo>
                  <a:pt x="360150" y="535939"/>
                </a:lnTo>
                <a:lnTo>
                  <a:pt x="354823" y="53720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2470" y="6193504"/>
            <a:ext cx="565928" cy="66548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801914" y="3693465"/>
            <a:ext cx="42481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0" dirty="0">
                <a:solidFill>
                  <a:srgbClr val="F1F2FA"/>
                </a:solidFill>
                <a:latin typeface="Verdana"/>
                <a:cs typeface="Verdana"/>
              </a:rPr>
              <a:t>TOTAL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1F2FA"/>
                </a:solidFill>
                <a:latin typeface="Verdana"/>
                <a:cs typeface="Verdana"/>
              </a:rPr>
              <a:t>ADDRESSABLE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MARKET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1601" y="5060703"/>
            <a:ext cx="52489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95" dirty="0">
                <a:latin typeface="Tahoma"/>
                <a:cs typeface="Tahoma"/>
              </a:rPr>
              <a:t>ADDRESSABLE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2643" y="6490791"/>
            <a:ext cx="49784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60" dirty="0">
                <a:latin typeface="Tahoma"/>
                <a:cs typeface="Tahoma"/>
              </a:rPr>
              <a:t>OBTAINABLE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78976" y="2567803"/>
            <a:ext cx="371157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rPr sz="1800" b="1" dirty="0">
                <a:solidFill>
                  <a:srgbClr val="231F20"/>
                </a:solidFill>
                <a:latin typeface="Tahoma"/>
                <a:cs typeface="Tahoma"/>
              </a:rPr>
              <a:t>Global</a:t>
            </a:r>
            <a:r>
              <a:rPr sz="1800" b="1" spc="9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ahoma"/>
                <a:cs typeface="Tahoma"/>
              </a:rPr>
              <a:t>Digital</a:t>
            </a:r>
            <a:r>
              <a:rPr sz="1800" b="1" spc="9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231F20"/>
                </a:solidFill>
                <a:latin typeface="Tahoma"/>
                <a:cs typeface="Tahoma"/>
              </a:rPr>
              <a:t>Health</a:t>
            </a:r>
            <a:r>
              <a:rPr sz="1800" b="1" spc="9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spc="-400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800" b="1" spc="9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spc="40" dirty="0">
                <a:solidFill>
                  <a:srgbClr val="231F20"/>
                </a:solidFill>
                <a:latin typeface="Tahoma"/>
                <a:cs typeface="Tahoma"/>
              </a:rPr>
              <a:t>Medical </a:t>
            </a:r>
            <a:r>
              <a:rPr sz="1800" b="1" spc="60" dirty="0">
                <a:solidFill>
                  <a:srgbClr val="231F20"/>
                </a:solidFill>
                <a:latin typeface="Tahoma"/>
                <a:cs typeface="Tahoma"/>
              </a:rPr>
              <a:t>Education</a:t>
            </a:r>
            <a:r>
              <a:rPr sz="1800" b="1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spc="-400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800" b="1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ahoma"/>
                <a:cs typeface="Tahoma"/>
              </a:rPr>
              <a:t>Clinical</a:t>
            </a:r>
            <a:r>
              <a:rPr sz="1800" b="1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31F20"/>
                </a:solidFill>
                <a:latin typeface="Tahoma"/>
                <a:cs typeface="Tahoma"/>
              </a:rPr>
              <a:t>Software</a:t>
            </a:r>
            <a:endParaRPr sz="1800">
              <a:latin typeface="Tahoma"/>
              <a:cs typeface="Tahoma"/>
            </a:endParaRPr>
          </a:p>
          <a:p>
            <a:pPr marL="69850" marR="62230" algn="ctr">
              <a:lnSpc>
                <a:spcPct val="107600"/>
              </a:lnSpc>
            </a:pPr>
            <a:r>
              <a:rPr sz="1800" b="1" spc="-720" dirty="0">
                <a:solidFill>
                  <a:srgbClr val="231F20"/>
                </a:solidFill>
                <a:latin typeface="Tahoma"/>
                <a:cs typeface="Tahoma"/>
              </a:rPr>
              <a:t>→</a:t>
            </a:r>
            <a:r>
              <a:rPr sz="1800" b="1" spc="12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ahoma"/>
                <a:cs typeface="Tahoma"/>
              </a:rPr>
              <a:t>Multi-</a:t>
            </a:r>
            <a:r>
              <a:rPr sz="1800" b="1" spc="65" dirty="0">
                <a:solidFill>
                  <a:srgbClr val="231F20"/>
                </a:solidFill>
                <a:latin typeface="Tahoma"/>
                <a:cs typeface="Tahoma"/>
              </a:rPr>
              <a:t>Hundred</a:t>
            </a:r>
            <a:r>
              <a:rPr sz="1800" b="1" spc="12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231F20"/>
                </a:solidFill>
                <a:latin typeface="Tahoma"/>
                <a:cs typeface="Tahoma"/>
              </a:rPr>
              <a:t>Billion</a:t>
            </a:r>
            <a:r>
              <a:rPr sz="1800" b="1" spc="12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31F20"/>
                </a:solidFill>
                <a:latin typeface="Tahoma"/>
                <a:cs typeface="Tahoma"/>
              </a:rPr>
              <a:t>Dollar </a:t>
            </a:r>
            <a:r>
              <a:rPr sz="1800" b="1" spc="35" dirty="0">
                <a:solidFill>
                  <a:srgbClr val="231F20"/>
                </a:solidFill>
                <a:latin typeface="Tahoma"/>
                <a:cs typeface="Tahoma"/>
              </a:rPr>
              <a:t>Category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01812" y="4827639"/>
            <a:ext cx="423989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Clinical</a:t>
            </a:r>
            <a:r>
              <a:rPr sz="1800" b="1" spc="3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intelligence</a:t>
            </a:r>
            <a:r>
              <a:rPr sz="1800" b="1" spc="305" dirty="0">
                <a:latin typeface="Tahoma"/>
                <a:cs typeface="Tahoma"/>
              </a:rPr>
              <a:t> </a:t>
            </a:r>
            <a:r>
              <a:rPr sz="1800" b="1" spc="-400" dirty="0">
                <a:latin typeface="Tahoma"/>
                <a:cs typeface="Tahoma"/>
              </a:rPr>
              <a:t>+</a:t>
            </a:r>
            <a:r>
              <a:rPr sz="1800" b="1" spc="30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tech-</a:t>
            </a:r>
            <a:r>
              <a:rPr sz="1800" b="1" spc="45" dirty="0">
                <a:latin typeface="Tahoma"/>
                <a:cs typeface="Tahoma"/>
              </a:rPr>
              <a:t>enabled </a:t>
            </a:r>
            <a:r>
              <a:rPr sz="1800" b="1" spc="60" dirty="0">
                <a:latin typeface="Tahoma"/>
                <a:cs typeface="Tahoma"/>
              </a:rPr>
              <a:t>medical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learning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spc="-400" dirty="0">
                <a:latin typeface="Tahoma"/>
                <a:cs typeface="Tahoma"/>
              </a:rPr>
              <a:t>+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hospital </a:t>
            </a:r>
            <a:r>
              <a:rPr sz="1800" b="1" spc="65" dirty="0">
                <a:latin typeface="Tahoma"/>
                <a:cs typeface="Tahoma"/>
              </a:rPr>
              <a:t>knowledge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tools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41296" y="7043166"/>
            <a:ext cx="3617595" cy="911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800" b="1" spc="-380" dirty="0">
                <a:latin typeface="Tahoma"/>
                <a:cs typeface="Tahoma"/>
              </a:rPr>
              <a:t>*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50" dirty="0">
                <a:latin typeface="Tahoma"/>
                <a:cs typeface="Tahoma"/>
              </a:rPr>
              <a:t>Medical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35" dirty="0">
                <a:latin typeface="Tahoma"/>
                <a:cs typeface="Tahoma"/>
              </a:rPr>
              <a:t>Students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800" b="1" spc="-380" dirty="0">
                <a:latin typeface="Tahoma"/>
                <a:cs typeface="Tahoma"/>
              </a:rPr>
              <a:t>*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b="1" spc="45" dirty="0">
                <a:latin typeface="Tahoma"/>
                <a:cs typeface="Tahoma"/>
              </a:rPr>
              <a:t>Teaching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Hospitals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800" b="1" spc="-380" dirty="0">
                <a:latin typeface="Tahoma"/>
                <a:cs typeface="Tahoma"/>
              </a:rPr>
              <a:t>*</a:t>
            </a:r>
            <a:r>
              <a:rPr sz="1800" b="1" spc="-1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Tier</a:t>
            </a:r>
            <a:r>
              <a:rPr sz="1800" b="1" spc="-5" dirty="0">
                <a:latin typeface="Tahoma"/>
                <a:cs typeface="Tahoma"/>
              </a:rPr>
              <a:t> </a:t>
            </a:r>
            <a:r>
              <a:rPr sz="1800" b="1" spc="-450" dirty="0">
                <a:latin typeface="Tahoma"/>
                <a:cs typeface="Tahoma"/>
              </a:rPr>
              <a:t>1</a:t>
            </a:r>
            <a:r>
              <a:rPr sz="1800" b="1" spc="-5" dirty="0">
                <a:latin typeface="Tahoma"/>
                <a:cs typeface="Tahoma"/>
              </a:rPr>
              <a:t> </a:t>
            </a:r>
            <a:r>
              <a:rPr sz="1800" b="1" spc="45" dirty="0">
                <a:latin typeface="Tahoma"/>
                <a:cs typeface="Tahoma"/>
              </a:rPr>
              <a:t>Healthcare</a:t>
            </a:r>
            <a:r>
              <a:rPr sz="1800" b="1" spc="-10" dirty="0">
                <a:latin typeface="Tahoma"/>
                <a:cs typeface="Tahoma"/>
              </a:rPr>
              <a:t> Institutions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531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Market</a:t>
            </a:r>
            <a:r>
              <a:rPr spc="-85" dirty="0"/>
              <a:t> </a:t>
            </a:r>
            <a:r>
              <a:rPr spc="215" dirty="0"/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29579" y="673185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5">
                <a:moveTo>
                  <a:pt x="5256713" y="1614425"/>
                </a:moveTo>
                <a:lnTo>
                  <a:pt x="542924" y="1614425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3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0"/>
                </a:lnTo>
                <a:lnTo>
                  <a:pt x="0" y="542925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5"/>
                </a:lnTo>
                <a:lnTo>
                  <a:pt x="5799638" y="1071500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3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5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40693" y="3139883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42924" y="0"/>
                </a:moveTo>
                <a:lnTo>
                  <a:pt x="5256713" y="0"/>
                </a:lnTo>
                <a:lnTo>
                  <a:pt x="5303559" y="1992"/>
                </a:lnTo>
                <a:lnTo>
                  <a:pt x="5349297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5" y="47105"/>
                </a:lnTo>
                <a:lnTo>
                  <a:pt x="5517928" y="66853"/>
                </a:lnTo>
                <a:lnTo>
                  <a:pt x="5555690" y="89664"/>
                </a:lnTo>
                <a:lnTo>
                  <a:pt x="5591367" y="115374"/>
                </a:lnTo>
                <a:lnTo>
                  <a:pt x="5624797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7" y="1470605"/>
                </a:lnTo>
                <a:lnTo>
                  <a:pt x="5591367" y="1499051"/>
                </a:lnTo>
                <a:lnTo>
                  <a:pt x="5555690" y="1524761"/>
                </a:lnTo>
                <a:lnTo>
                  <a:pt x="5517928" y="1547572"/>
                </a:lnTo>
                <a:lnTo>
                  <a:pt x="5478245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7" y="1606563"/>
                </a:lnTo>
                <a:lnTo>
                  <a:pt x="5303559" y="1612433"/>
                </a:lnTo>
                <a:lnTo>
                  <a:pt x="5256713" y="1614426"/>
                </a:ln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1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69" y="1499051"/>
                </a:lnTo>
                <a:lnTo>
                  <a:pt x="174839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39" y="143820"/>
                </a:lnTo>
                <a:lnTo>
                  <a:pt x="208269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1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289" y="3139971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9" y="5440649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40798" y="5296922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223427" y="2745532"/>
            <a:ext cx="3838575" cy="4476750"/>
            <a:chOff x="7223427" y="2745532"/>
            <a:chExt cx="3838575" cy="4476750"/>
          </a:xfrm>
        </p:grpSpPr>
        <p:sp>
          <p:nvSpPr>
            <p:cNvPr id="9" name="object 9"/>
            <p:cNvSpPr/>
            <p:nvPr/>
          </p:nvSpPr>
          <p:spPr>
            <a:xfrm>
              <a:off x="7223427" y="3237831"/>
              <a:ext cx="3838575" cy="3833495"/>
            </a:xfrm>
            <a:custGeom>
              <a:avLst/>
              <a:gdLst/>
              <a:ahLst/>
              <a:cxnLst/>
              <a:rect l="l" t="t" r="r" b="b"/>
              <a:pathLst>
                <a:path w="3838575" h="3833495">
                  <a:moveTo>
                    <a:pt x="1774447" y="3832869"/>
                  </a:moveTo>
                  <a:lnTo>
                    <a:pt x="1720729" y="3832869"/>
                  </a:lnTo>
                  <a:lnTo>
                    <a:pt x="1717323" y="3831946"/>
                  </a:lnTo>
                  <a:lnTo>
                    <a:pt x="1724022" y="3768013"/>
                  </a:lnTo>
                  <a:lnTo>
                    <a:pt x="1751461" y="3770684"/>
                  </a:lnTo>
                  <a:lnTo>
                    <a:pt x="1778947" y="3772951"/>
                  </a:lnTo>
                  <a:lnTo>
                    <a:pt x="1774517" y="3831946"/>
                  </a:lnTo>
                  <a:lnTo>
                    <a:pt x="1774447" y="3832869"/>
                  </a:lnTo>
                  <a:close/>
                </a:path>
                <a:path w="3838575" h="3833495">
                  <a:moveTo>
                    <a:pt x="1889025" y="3832869"/>
                  </a:moveTo>
                  <a:lnTo>
                    <a:pt x="1831633" y="3832869"/>
                  </a:lnTo>
                  <a:lnTo>
                    <a:pt x="1834134" y="3778002"/>
                  </a:lnTo>
                  <a:lnTo>
                    <a:pt x="1834213" y="3776285"/>
                  </a:lnTo>
                  <a:lnTo>
                    <a:pt x="1862049" y="3777348"/>
                  </a:lnTo>
                  <a:lnTo>
                    <a:pt x="1889909" y="3778002"/>
                  </a:lnTo>
                  <a:lnTo>
                    <a:pt x="1889025" y="3832869"/>
                  </a:lnTo>
                  <a:close/>
                </a:path>
                <a:path w="3838575" h="3833495">
                  <a:moveTo>
                    <a:pt x="2004080" y="3832869"/>
                  </a:moveTo>
                  <a:lnTo>
                    <a:pt x="1946664" y="3832869"/>
                  </a:lnTo>
                  <a:lnTo>
                    <a:pt x="1945933" y="3778079"/>
                  </a:lnTo>
                  <a:lnTo>
                    <a:pt x="1973820" y="3777502"/>
                  </a:lnTo>
                  <a:lnTo>
                    <a:pt x="2001668" y="3776516"/>
                  </a:lnTo>
                  <a:lnTo>
                    <a:pt x="2004080" y="3832869"/>
                  </a:lnTo>
                  <a:close/>
                </a:path>
                <a:path w="3838575" h="3833495">
                  <a:moveTo>
                    <a:pt x="2118401" y="3832869"/>
                  </a:moveTo>
                  <a:lnTo>
                    <a:pt x="2061281" y="3832869"/>
                  </a:lnTo>
                  <a:lnTo>
                    <a:pt x="2056974" y="3773333"/>
                  </a:lnTo>
                  <a:lnTo>
                    <a:pt x="2084442" y="3771144"/>
                  </a:lnTo>
                  <a:lnTo>
                    <a:pt x="2111845" y="3768554"/>
                  </a:lnTo>
                  <a:lnTo>
                    <a:pt x="2118401" y="3832869"/>
                  </a:lnTo>
                  <a:close/>
                </a:path>
                <a:path w="3838575" h="3833495">
                  <a:moveTo>
                    <a:pt x="1660357" y="3822699"/>
                  </a:moveTo>
                  <a:lnTo>
                    <a:pt x="1636747" y="3822699"/>
                  </a:lnTo>
                  <a:lnTo>
                    <a:pt x="1603759" y="3813617"/>
                  </a:lnTo>
                  <a:lnTo>
                    <a:pt x="1613777" y="3753126"/>
                  </a:lnTo>
                  <a:lnTo>
                    <a:pt x="1641167" y="3757452"/>
                  </a:lnTo>
                  <a:lnTo>
                    <a:pt x="1668642" y="3761373"/>
                  </a:lnTo>
                  <a:lnTo>
                    <a:pt x="1660357" y="3822699"/>
                  </a:lnTo>
                  <a:close/>
                </a:path>
                <a:path w="3838575" h="3833495">
                  <a:moveTo>
                    <a:pt x="2204357" y="3822699"/>
                  </a:moveTo>
                  <a:lnTo>
                    <a:pt x="2175290" y="3822699"/>
                  </a:lnTo>
                  <a:lnTo>
                    <a:pt x="2167272" y="3762066"/>
                  </a:lnTo>
                  <a:lnTo>
                    <a:pt x="2194764" y="3758222"/>
                  </a:lnTo>
                  <a:lnTo>
                    <a:pt x="2222187" y="3753969"/>
                  </a:lnTo>
                  <a:lnTo>
                    <a:pt x="2232126" y="3815053"/>
                  </a:lnTo>
                  <a:lnTo>
                    <a:pt x="2204357" y="3822699"/>
                  </a:lnTo>
                  <a:close/>
                </a:path>
                <a:path w="3838575" h="3833495">
                  <a:moveTo>
                    <a:pt x="1643725" y="71858"/>
                  </a:moveTo>
                  <a:lnTo>
                    <a:pt x="1636807" y="25391"/>
                  </a:lnTo>
                  <a:lnTo>
                    <a:pt x="1683230" y="12699"/>
                  </a:lnTo>
                  <a:lnTo>
                    <a:pt x="1692738" y="12699"/>
                  </a:lnTo>
                  <a:lnTo>
                    <a:pt x="1698758" y="63499"/>
                  </a:lnTo>
                  <a:lnTo>
                    <a:pt x="1698875" y="64487"/>
                  </a:lnTo>
                  <a:lnTo>
                    <a:pt x="1671265" y="67968"/>
                  </a:lnTo>
                  <a:lnTo>
                    <a:pt x="1643725" y="71858"/>
                  </a:lnTo>
                  <a:close/>
                </a:path>
                <a:path w="3838575" h="3833495">
                  <a:moveTo>
                    <a:pt x="1534877" y="91393"/>
                  </a:moveTo>
                  <a:lnTo>
                    <a:pt x="1524865" y="43811"/>
                  </a:lnTo>
                  <a:lnTo>
                    <a:pt x="1579702" y="28457"/>
                  </a:lnTo>
                  <a:lnTo>
                    <a:pt x="1589101" y="80824"/>
                  </a:lnTo>
                  <a:lnTo>
                    <a:pt x="1561946" y="85908"/>
                  </a:lnTo>
                  <a:lnTo>
                    <a:pt x="1534877" y="91393"/>
                  </a:lnTo>
                  <a:close/>
                </a:path>
                <a:path w="3838575" h="3833495">
                  <a:moveTo>
                    <a:pt x="1426888" y="117524"/>
                  </a:moveTo>
                  <a:lnTo>
                    <a:pt x="1412084" y="63499"/>
                  </a:lnTo>
                  <a:lnTo>
                    <a:pt x="1454543" y="63499"/>
                  </a:lnTo>
                  <a:lnTo>
                    <a:pt x="1469817" y="59223"/>
                  </a:lnTo>
                  <a:lnTo>
                    <a:pt x="1480575" y="103675"/>
                  </a:lnTo>
                  <a:lnTo>
                    <a:pt x="1453678" y="110399"/>
                  </a:lnTo>
                  <a:lnTo>
                    <a:pt x="1426888" y="117524"/>
                  </a:lnTo>
                  <a:close/>
                </a:path>
                <a:path w="3838575" h="3833495">
                  <a:moveTo>
                    <a:pt x="1320944" y="149999"/>
                  </a:moveTo>
                  <a:lnTo>
                    <a:pt x="1306126" y="106372"/>
                  </a:lnTo>
                  <a:lnTo>
                    <a:pt x="1322191" y="101599"/>
                  </a:lnTo>
                  <a:lnTo>
                    <a:pt x="1357883" y="80844"/>
                  </a:lnTo>
                  <a:lnTo>
                    <a:pt x="1373839" y="132916"/>
                  </a:lnTo>
                  <a:lnTo>
                    <a:pt x="1347328" y="141259"/>
                  </a:lnTo>
                  <a:lnTo>
                    <a:pt x="1320944" y="149999"/>
                  </a:lnTo>
                  <a:close/>
                </a:path>
                <a:path w="3838575" h="3833495">
                  <a:moveTo>
                    <a:pt x="1217124" y="188768"/>
                  </a:moveTo>
                  <a:lnTo>
                    <a:pt x="1196763" y="138860"/>
                  </a:lnTo>
                  <a:lnTo>
                    <a:pt x="1251478" y="122606"/>
                  </a:lnTo>
                  <a:lnTo>
                    <a:pt x="1268669" y="168634"/>
                  </a:lnTo>
                  <a:lnTo>
                    <a:pt x="1242822" y="178508"/>
                  </a:lnTo>
                  <a:lnTo>
                    <a:pt x="1217124" y="188768"/>
                  </a:lnTo>
                  <a:close/>
                </a:path>
                <a:path w="3838575" h="3833495">
                  <a:moveTo>
                    <a:pt x="1115679" y="233744"/>
                  </a:moveTo>
                  <a:lnTo>
                    <a:pt x="1093920" y="188382"/>
                  </a:lnTo>
                  <a:lnTo>
                    <a:pt x="1110895" y="177799"/>
                  </a:lnTo>
                  <a:lnTo>
                    <a:pt x="1146717" y="166775"/>
                  </a:lnTo>
                  <a:lnTo>
                    <a:pt x="1166095" y="210483"/>
                  </a:lnTo>
                  <a:lnTo>
                    <a:pt x="1140802" y="221924"/>
                  </a:lnTo>
                  <a:lnTo>
                    <a:pt x="1115679" y="233744"/>
                  </a:lnTo>
                  <a:close/>
                </a:path>
                <a:path w="3838575" h="3833495">
                  <a:moveTo>
                    <a:pt x="1017255" y="284622"/>
                  </a:moveTo>
                  <a:lnTo>
                    <a:pt x="992437" y="239930"/>
                  </a:lnTo>
                  <a:lnTo>
                    <a:pt x="1029950" y="215899"/>
                  </a:lnTo>
                  <a:lnTo>
                    <a:pt x="1042105" y="212060"/>
                  </a:lnTo>
                  <a:lnTo>
                    <a:pt x="1066085" y="258450"/>
                  </a:lnTo>
                  <a:lnTo>
                    <a:pt x="1041575" y="271353"/>
                  </a:lnTo>
                  <a:lnTo>
                    <a:pt x="1017255" y="284622"/>
                  </a:lnTo>
                  <a:close/>
                </a:path>
                <a:path w="3838575" h="3833495">
                  <a:moveTo>
                    <a:pt x="921891" y="341362"/>
                  </a:moveTo>
                  <a:lnTo>
                    <a:pt x="894447" y="298215"/>
                  </a:lnTo>
                  <a:lnTo>
                    <a:pt x="912705" y="292099"/>
                  </a:lnTo>
                  <a:lnTo>
                    <a:pt x="944650" y="271185"/>
                  </a:lnTo>
                  <a:lnTo>
                    <a:pt x="969116" y="312302"/>
                  </a:lnTo>
                  <a:lnTo>
                    <a:pt x="957231" y="319434"/>
                  </a:lnTo>
                  <a:lnTo>
                    <a:pt x="945398" y="326655"/>
                  </a:lnTo>
                  <a:lnTo>
                    <a:pt x="933618" y="333964"/>
                  </a:lnTo>
                  <a:lnTo>
                    <a:pt x="921891" y="341362"/>
                  </a:lnTo>
                  <a:close/>
                </a:path>
                <a:path w="3838575" h="3833495">
                  <a:moveTo>
                    <a:pt x="830121" y="403637"/>
                  </a:moveTo>
                  <a:lnTo>
                    <a:pt x="797219" y="358120"/>
                  </a:lnTo>
                  <a:lnTo>
                    <a:pt x="800796" y="355599"/>
                  </a:lnTo>
                  <a:lnTo>
                    <a:pt x="837483" y="330199"/>
                  </a:lnTo>
                  <a:lnTo>
                    <a:pt x="844253" y="325591"/>
                  </a:lnTo>
                  <a:lnTo>
                    <a:pt x="875596" y="371782"/>
                  </a:lnTo>
                  <a:lnTo>
                    <a:pt x="864140" y="379618"/>
                  </a:lnTo>
                  <a:lnTo>
                    <a:pt x="852743" y="387539"/>
                  </a:lnTo>
                  <a:lnTo>
                    <a:pt x="841403" y="395545"/>
                  </a:lnTo>
                  <a:lnTo>
                    <a:pt x="830121" y="403637"/>
                  </a:lnTo>
                  <a:close/>
                </a:path>
                <a:path w="3838575" h="3833495">
                  <a:moveTo>
                    <a:pt x="742213" y="471238"/>
                  </a:moveTo>
                  <a:lnTo>
                    <a:pt x="710725" y="432708"/>
                  </a:lnTo>
                  <a:lnTo>
                    <a:pt x="729339" y="419099"/>
                  </a:lnTo>
                  <a:lnTo>
                    <a:pt x="752704" y="393955"/>
                  </a:lnTo>
                  <a:lnTo>
                    <a:pt x="785651" y="436798"/>
                  </a:lnTo>
                  <a:lnTo>
                    <a:pt x="774698" y="445286"/>
                  </a:lnTo>
                  <a:lnTo>
                    <a:pt x="763807" y="453855"/>
                  </a:lnTo>
                  <a:lnTo>
                    <a:pt x="752979" y="462506"/>
                  </a:lnTo>
                  <a:lnTo>
                    <a:pt x="742213" y="471238"/>
                  </a:lnTo>
                  <a:close/>
                </a:path>
                <a:path w="3838575" h="3833495">
                  <a:moveTo>
                    <a:pt x="658419" y="543961"/>
                  </a:moveTo>
                  <a:lnTo>
                    <a:pt x="620614" y="502920"/>
                  </a:lnTo>
                  <a:lnTo>
                    <a:pt x="627150" y="495299"/>
                  </a:lnTo>
                  <a:lnTo>
                    <a:pt x="660528" y="469899"/>
                  </a:lnTo>
                  <a:lnTo>
                    <a:pt x="664818" y="466701"/>
                  </a:lnTo>
                  <a:lnTo>
                    <a:pt x="699776" y="506981"/>
                  </a:lnTo>
                  <a:lnTo>
                    <a:pt x="689335" y="516110"/>
                  </a:lnTo>
                  <a:lnTo>
                    <a:pt x="678961" y="525317"/>
                  </a:lnTo>
                  <a:lnTo>
                    <a:pt x="668656" y="534600"/>
                  </a:lnTo>
                  <a:lnTo>
                    <a:pt x="658419" y="543961"/>
                  </a:lnTo>
                  <a:close/>
                </a:path>
                <a:path w="3838575" h="3833495">
                  <a:moveTo>
                    <a:pt x="579095" y="621490"/>
                  </a:moveTo>
                  <a:lnTo>
                    <a:pt x="541137" y="584884"/>
                  </a:lnTo>
                  <a:lnTo>
                    <a:pt x="562516" y="558799"/>
                  </a:lnTo>
                  <a:lnTo>
                    <a:pt x="581006" y="544104"/>
                  </a:lnTo>
                  <a:lnTo>
                    <a:pt x="618182" y="582140"/>
                  </a:lnTo>
                  <a:lnTo>
                    <a:pt x="608302" y="591869"/>
                  </a:lnTo>
                  <a:lnTo>
                    <a:pt x="598494" y="601670"/>
                  </a:lnTo>
                  <a:lnTo>
                    <a:pt x="588758" y="611544"/>
                  </a:lnTo>
                  <a:lnTo>
                    <a:pt x="579095" y="621490"/>
                  </a:lnTo>
                  <a:close/>
                </a:path>
                <a:path w="3838575" h="3833495">
                  <a:moveTo>
                    <a:pt x="504480" y="703589"/>
                  </a:moveTo>
                  <a:lnTo>
                    <a:pt x="464361" y="669239"/>
                  </a:lnTo>
                  <a:lnTo>
                    <a:pt x="471079" y="660399"/>
                  </a:lnTo>
                  <a:lnTo>
                    <a:pt x="499443" y="624045"/>
                  </a:lnTo>
                  <a:lnTo>
                    <a:pt x="541185" y="661983"/>
                  </a:lnTo>
                  <a:lnTo>
                    <a:pt x="531893" y="672283"/>
                  </a:lnTo>
                  <a:lnTo>
                    <a:pt x="522678" y="682651"/>
                  </a:lnTo>
                  <a:lnTo>
                    <a:pt x="513540" y="693087"/>
                  </a:lnTo>
                  <a:lnTo>
                    <a:pt x="504480" y="703589"/>
                  </a:lnTo>
                  <a:close/>
                </a:path>
                <a:path w="3838575" h="3833495">
                  <a:moveTo>
                    <a:pt x="434880" y="789928"/>
                  </a:moveTo>
                  <a:lnTo>
                    <a:pt x="390631" y="756370"/>
                  </a:lnTo>
                  <a:lnTo>
                    <a:pt x="413956" y="723899"/>
                  </a:lnTo>
                  <a:lnTo>
                    <a:pt x="426864" y="712260"/>
                  </a:lnTo>
                  <a:lnTo>
                    <a:pt x="469033" y="746254"/>
                  </a:lnTo>
                  <a:lnTo>
                    <a:pt x="460372" y="757078"/>
                  </a:lnTo>
                  <a:lnTo>
                    <a:pt x="451793" y="767966"/>
                  </a:lnTo>
                  <a:lnTo>
                    <a:pt x="443296" y="778916"/>
                  </a:lnTo>
                  <a:lnTo>
                    <a:pt x="434880" y="789928"/>
                  </a:lnTo>
                  <a:close/>
                </a:path>
                <a:path w="3838575" h="3833495">
                  <a:moveTo>
                    <a:pt x="370475" y="880300"/>
                  </a:moveTo>
                  <a:lnTo>
                    <a:pt x="326160" y="850662"/>
                  </a:lnTo>
                  <a:lnTo>
                    <a:pt x="334301" y="838199"/>
                  </a:lnTo>
                  <a:lnTo>
                    <a:pt x="357929" y="803211"/>
                  </a:lnTo>
                  <a:lnTo>
                    <a:pt x="402012" y="834628"/>
                  </a:lnTo>
                  <a:lnTo>
                    <a:pt x="394000" y="845960"/>
                  </a:lnTo>
                  <a:lnTo>
                    <a:pt x="386073" y="857349"/>
                  </a:lnTo>
                  <a:lnTo>
                    <a:pt x="378231" y="868796"/>
                  </a:lnTo>
                  <a:lnTo>
                    <a:pt x="370475" y="880300"/>
                  </a:lnTo>
                  <a:close/>
                </a:path>
                <a:path w="3838575" h="3833495">
                  <a:moveTo>
                    <a:pt x="311617" y="974234"/>
                  </a:moveTo>
                  <a:lnTo>
                    <a:pt x="265445" y="947181"/>
                  </a:lnTo>
                  <a:lnTo>
                    <a:pt x="285378" y="914399"/>
                  </a:lnTo>
                  <a:lnTo>
                    <a:pt x="295351" y="898590"/>
                  </a:lnTo>
                  <a:lnTo>
                    <a:pt x="340367" y="926799"/>
                  </a:lnTo>
                  <a:lnTo>
                    <a:pt x="333046" y="938579"/>
                  </a:lnTo>
                  <a:lnTo>
                    <a:pt x="325814" y="950411"/>
                  </a:lnTo>
                  <a:lnTo>
                    <a:pt x="318671" y="962296"/>
                  </a:lnTo>
                  <a:lnTo>
                    <a:pt x="311617" y="974234"/>
                  </a:lnTo>
                  <a:close/>
                </a:path>
                <a:path w="3838575" h="3833495">
                  <a:moveTo>
                    <a:pt x="258435" y="1071538"/>
                  </a:moveTo>
                  <a:lnTo>
                    <a:pt x="209016" y="1046413"/>
                  </a:lnTo>
                  <a:lnTo>
                    <a:pt x="218537" y="1028699"/>
                  </a:lnTo>
                  <a:lnTo>
                    <a:pt x="236596" y="996532"/>
                  </a:lnTo>
                  <a:lnTo>
                    <a:pt x="284253" y="1022576"/>
                  </a:lnTo>
                  <a:lnTo>
                    <a:pt x="277661" y="1034746"/>
                  </a:lnTo>
                  <a:lnTo>
                    <a:pt x="271161" y="1046963"/>
                  </a:lnTo>
                  <a:lnTo>
                    <a:pt x="264752" y="1059227"/>
                  </a:lnTo>
                  <a:lnTo>
                    <a:pt x="258435" y="1071538"/>
                  </a:lnTo>
                  <a:close/>
                </a:path>
                <a:path w="3838575" h="3833495">
                  <a:moveTo>
                    <a:pt x="211124" y="1171919"/>
                  </a:moveTo>
                  <a:lnTo>
                    <a:pt x="162332" y="1150683"/>
                  </a:lnTo>
                  <a:lnTo>
                    <a:pt x="178500" y="1117599"/>
                  </a:lnTo>
                  <a:lnTo>
                    <a:pt x="185821" y="1098585"/>
                  </a:lnTo>
                  <a:lnTo>
                    <a:pt x="234054" y="1121320"/>
                  </a:lnTo>
                  <a:lnTo>
                    <a:pt x="228178" y="1133908"/>
                  </a:lnTo>
                  <a:lnTo>
                    <a:pt x="222398" y="1146536"/>
                  </a:lnTo>
                  <a:lnTo>
                    <a:pt x="216713" y="1159207"/>
                  </a:lnTo>
                  <a:lnTo>
                    <a:pt x="211124" y="1171919"/>
                  </a:lnTo>
                  <a:close/>
                </a:path>
                <a:path w="3838575" h="3833495">
                  <a:moveTo>
                    <a:pt x="169986" y="1274740"/>
                  </a:moveTo>
                  <a:lnTo>
                    <a:pt x="118117" y="1255767"/>
                  </a:lnTo>
                  <a:lnTo>
                    <a:pt x="125506" y="1231899"/>
                  </a:lnTo>
                  <a:lnTo>
                    <a:pt x="138409" y="1202472"/>
                  </a:lnTo>
                  <a:lnTo>
                    <a:pt x="189784" y="1223027"/>
                  </a:lnTo>
                  <a:lnTo>
                    <a:pt x="184689" y="1235900"/>
                  </a:lnTo>
                  <a:lnTo>
                    <a:pt x="179691" y="1248809"/>
                  </a:lnTo>
                  <a:lnTo>
                    <a:pt x="174790" y="1261756"/>
                  </a:lnTo>
                  <a:lnTo>
                    <a:pt x="169986" y="1274740"/>
                  </a:lnTo>
                  <a:close/>
                </a:path>
                <a:path w="3838575" h="3833495">
                  <a:moveTo>
                    <a:pt x="135002" y="1380091"/>
                  </a:moveTo>
                  <a:lnTo>
                    <a:pt x="83205" y="1364601"/>
                  </a:lnTo>
                  <a:lnTo>
                    <a:pt x="95043" y="1320799"/>
                  </a:lnTo>
                  <a:lnTo>
                    <a:pt x="99305" y="1309780"/>
                  </a:lnTo>
                  <a:lnTo>
                    <a:pt x="151695" y="1327177"/>
                  </a:lnTo>
                  <a:lnTo>
                    <a:pt x="147373" y="1340358"/>
                  </a:lnTo>
                  <a:lnTo>
                    <a:pt x="143150" y="1353570"/>
                  </a:lnTo>
                  <a:lnTo>
                    <a:pt x="139027" y="1366815"/>
                  </a:lnTo>
                  <a:lnTo>
                    <a:pt x="135002" y="1380091"/>
                  </a:lnTo>
                  <a:close/>
                </a:path>
                <a:path w="3838575" h="3833495">
                  <a:moveTo>
                    <a:pt x="106460" y="1487115"/>
                  </a:moveTo>
                  <a:lnTo>
                    <a:pt x="53003" y="1474561"/>
                  </a:lnTo>
                  <a:lnTo>
                    <a:pt x="56926" y="1460499"/>
                  </a:lnTo>
                  <a:lnTo>
                    <a:pt x="66462" y="1419017"/>
                  </a:lnTo>
                  <a:lnTo>
                    <a:pt x="119957" y="1433287"/>
                  </a:lnTo>
                  <a:lnTo>
                    <a:pt x="116432" y="1446704"/>
                  </a:lnTo>
                  <a:lnTo>
                    <a:pt x="113007" y="1460148"/>
                  </a:lnTo>
                  <a:lnTo>
                    <a:pt x="109683" y="1473618"/>
                  </a:lnTo>
                  <a:lnTo>
                    <a:pt x="106460" y="1487115"/>
                  </a:lnTo>
                  <a:close/>
                </a:path>
                <a:path w="3838575" h="3833495">
                  <a:moveTo>
                    <a:pt x="84361" y="1595720"/>
                  </a:moveTo>
                  <a:lnTo>
                    <a:pt x="28545" y="1586089"/>
                  </a:lnTo>
                  <a:lnTo>
                    <a:pt x="36726" y="1549399"/>
                  </a:lnTo>
                  <a:lnTo>
                    <a:pt x="40289" y="1530487"/>
                  </a:lnTo>
                  <a:lnTo>
                    <a:pt x="94544" y="1541519"/>
                  </a:lnTo>
                  <a:lnTo>
                    <a:pt x="91848" y="1555036"/>
                  </a:lnTo>
                  <a:lnTo>
                    <a:pt x="89252" y="1568576"/>
                  </a:lnTo>
                  <a:lnTo>
                    <a:pt x="86756" y="1582137"/>
                  </a:lnTo>
                  <a:lnTo>
                    <a:pt x="84361" y="1595720"/>
                  </a:lnTo>
                  <a:close/>
                </a:path>
                <a:path w="3838575" h="3833495">
                  <a:moveTo>
                    <a:pt x="68747" y="1705730"/>
                  </a:moveTo>
                  <a:lnTo>
                    <a:pt x="13099" y="1699518"/>
                  </a:lnTo>
                  <a:lnTo>
                    <a:pt x="14518" y="1689099"/>
                  </a:lnTo>
                  <a:lnTo>
                    <a:pt x="20291" y="1642590"/>
                  </a:lnTo>
                  <a:lnTo>
                    <a:pt x="75754" y="1650465"/>
                  </a:lnTo>
                  <a:lnTo>
                    <a:pt x="73848" y="1664255"/>
                  </a:lnTo>
                  <a:lnTo>
                    <a:pt x="72045" y="1678062"/>
                  </a:lnTo>
                  <a:lnTo>
                    <a:pt x="70345" y="1691887"/>
                  </a:lnTo>
                  <a:lnTo>
                    <a:pt x="68747" y="1705730"/>
                  </a:lnTo>
                  <a:close/>
                </a:path>
                <a:path w="3838575" h="3833495">
                  <a:moveTo>
                    <a:pt x="59727" y="1815952"/>
                  </a:moveTo>
                  <a:lnTo>
                    <a:pt x="3257" y="1813001"/>
                  </a:lnTo>
                  <a:lnTo>
                    <a:pt x="5267" y="1777999"/>
                  </a:lnTo>
                  <a:lnTo>
                    <a:pt x="7012" y="1756173"/>
                  </a:lnTo>
                  <a:lnTo>
                    <a:pt x="63424" y="1760788"/>
                  </a:lnTo>
                  <a:lnTo>
                    <a:pt x="62348" y="1774560"/>
                  </a:lnTo>
                  <a:lnTo>
                    <a:pt x="61374" y="1788344"/>
                  </a:lnTo>
                  <a:lnTo>
                    <a:pt x="60500" y="1802142"/>
                  </a:lnTo>
                  <a:lnTo>
                    <a:pt x="59727" y="1815952"/>
                  </a:lnTo>
                  <a:close/>
                </a:path>
                <a:path w="3838575" h="3833495">
                  <a:moveTo>
                    <a:pt x="118" y="1927928"/>
                  </a:moveTo>
                  <a:lnTo>
                    <a:pt x="0" y="1917699"/>
                  </a:lnTo>
                  <a:lnTo>
                    <a:pt x="284" y="1893187"/>
                  </a:lnTo>
                  <a:lnTo>
                    <a:pt x="410" y="1882367"/>
                  </a:lnTo>
                  <a:lnTo>
                    <a:pt x="535" y="1871554"/>
                  </a:lnTo>
                  <a:lnTo>
                    <a:pt x="550" y="1870252"/>
                  </a:lnTo>
                  <a:lnTo>
                    <a:pt x="57642" y="1871554"/>
                  </a:lnTo>
                  <a:lnTo>
                    <a:pt x="57427" y="1882367"/>
                  </a:lnTo>
                  <a:lnTo>
                    <a:pt x="57273" y="1893187"/>
                  </a:lnTo>
                  <a:lnTo>
                    <a:pt x="57193" y="1927738"/>
                  </a:lnTo>
                  <a:lnTo>
                    <a:pt x="118" y="1927928"/>
                  </a:lnTo>
                  <a:close/>
                </a:path>
                <a:path w="3838575" h="3833495">
                  <a:moveTo>
                    <a:pt x="3686" y="2042558"/>
                  </a:moveTo>
                  <a:lnTo>
                    <a:pt x="2350" y="2019299"/>
                  </a:lnTo>
                  <a:lnTo>
                    <a:pt x="1177" y="1985444"/>
                  </a:lnTo>
                  <a:lnTo>
                    <a:pt x="58385" y="1983377"/>
                  </a:lnTo>
                  <a:lnTo>
                    <a:pt x="58938" y="1997245"/>
                  </a:lnTo>
                  <a:lnTo>
                    <a:pt x="59591" y="2011102"/>
                  </a:lnTo>
                  <a:lnTo>
                    <a:pt x="60346" y="2024948"/>
                  </a:lnTo>
                  <a:lnTo>
                    <a:pt x="61203" y="2038783"/>
                  </a:lnTo>
                  <a:lnTo>
                    <a:pt x="3686" y="2042558"/>
                  </a:lnTo>
                  <a:close/>
                </a:path>
                <a:path w="3838575" h="3833495">
                  <a:moveTo>
                    <a:pt x="14238" y="2156264"/>
                  </a:moveTo>
                  <a:lnTo>
                    <a:pt x="9328" y="2108199"/>
                  </a:lnTo>
                  <a:lnTo>
                    <a:pt x="8368" y="2099194"/>
                  </a:lnTo>
                  <a:lnTo>
                    <a:pt x="65622" y="2093743"/>
                  </a:lnTo>
                  <a:lnTo>
                    <a:pt x="66993" y="2107595"/>
                  </a:lnTo>
                  <a:lnTo>
                    <a:pt x="68466" y="2121432"/>
                  </a:lnTo>
                  <a:lnTo>
                    <a:pt x="70042" y="2135253"/>
                  </a:lnTo>
                  <a:lnTo>
                    <a:pt x="71721" y="2149058"/>
                  </a:lnTo>
                  <a:lnTo>
                    <a:pt x="14238" y="2156264"/>
                  </a:lnTo>
                  <a:close/>
                </a:path>
                <a:path w="3838575" h="3833495">
                  <a:moveTo>
                    <a:pt x="31796" y="2269217"/>
                  </a:moveTo>
                  <a:lnTo>
                    <a:pt x="28231" y="2247899"/>
                  </a:lnTo>
                  <a:lnTo>
                    <a:pt x="21470" y="2213125"/>
                  </a:lnTo>
                  <a:lnTo>
                    <a:pt x="79455" y="2204091"/>
                  </a:lnTo>
                  <a:lnTo>
                    <a:pt x="81635" y="2217746"/>
                  </a:lnTo>
                  <a:lnTo>
                    <a:pt x="83915" y="2231381"/>
                  </a:lnTo>
                  <a:lnTo>
                    <a:pt x="86297" y="2244997"/>
                  </a:lnTo>
                  <a:lnTo>
                    <a:pt x="88780" y="2258592"/>
                  </a:lnTo>
                  <a:lnTo>
                    <a:pt x="31796" y="2269217"/>
                  </a:lnTo>
                  <a:close/>
                </a:path>
                <a:path w="3838575" h="3833495">
                  <a:moveTo>
                    <a:pt x="55585" y="2381192"/>
                  </a:moveTo>
                  <a:lnTo>
                    <a:pt x="46296" y="2336799"/>
                  </a:lnTo>
                  <a:lnTo>
                    <a:pt x="43366" y="2325136"/>
                  </a:lnTo>
                  <a:lnTo>
                    <a:pt x="99741" y="2312871"/>
                  </a:lnTo>
                  <a:lnTo>
                    <a:pt x="102749" y="2326450"/>
                  </a:lnTo>
                  <a:lnTo>
                    <a:pt x="105858" y="2340003"/>
                  </a:lnTo>
                  <a:lnTo>
                    <a:pt x="109068" y="2353532"/>
                  </a:lnTo>
                  <a:lnTo>
                    <a:pt x="112380" y="2367036"/>
                  </a:lnTo>
                  <a:lnTo>
                    <a:pt x="55585" y="2381192"/>
                  </a:lnTo>
                  <a:close/>
                </a:path>
                <a:path w="3838575" h="3833495">
                  <a:moveTo>
                    <a:pt x="86554" y="2491041"/>
                  </a:moveTo>
                  <a:lnTo>
                    <a:pt x="81314" y="2476499"/>
                  </a:lnTo>
                  <a:lnTo>
                    <a:pt x="71220" y="2436155"/>
                  </a:lnTo>
                  <a:lnTo>
                    <a:pt x="126581" y="2420581"/>
                  </a:lnTo>
                  <a:lnTo>
                    <a:pt x="130372" y="2433864"/>
                  </a:lnTo>
                  <a:lnTo>
                    <a:pt x="134261" y="2447117"/>
                  </a:lnTo>
                  <a:lnTo>
                    <a:pt x="138249" y="2460340"/>
                  </a:lnTo>
                  <a:lnTo>
                    <a:pt x="142335" y="2473533"/>
                  </a:lnTo>
                  <a:lnTo>
                    <a:pt x="86554" y="2491041"/>
                  </a:lnTo>
                  <a:close/>
                </a:path>
                <a:path w="3838575" h="3833495">
                  <a:moveTo>
                    <a:pt x="123820" y="2599416"/>
                  </a:moveTo>
                  <a:lnTo>
                    <a:pt x="109779" y="2565399"/>
                  </a:lnTo>
                  <a:lnTo>
                    <a:pt x="104066" y="2545706"/>
                  </a:lnTo>
                  <a:lnTo>
                    <a:pt x="159792" y="2526356"/>
                  </a:lnTo>
                  <a:lnTo>
                    <a:pt x="164389" y="2539436"/>
                  </a:lnTo>
                  <a:lnTo>
                    <a:pt x="169084" y="2552481"/>
                  </a:lnTo>
                  <a:lnTo>
                    <a:pt x="173843" y="2565399"/>
                  </a:lnTo>
                  <a:lnTo>
                    <a:pt x="178769" y="2578468"/>
                  </a:lnTo>
                  <a:lnTo>
                    <a:pt x="123820" y="2599416"/>
                  </a:lnTo>
                  <a:close/>
                </a:path>
                <a:path w="3838575" h="3833495">
                  <a:moveTo>
                    <a:pt x="166341" y="2705619"/>
                  </a:moveTo>
                  <a:lnTo>
                    <a:pt x="159880" y="2692399"/>
                  </a:lnTo>
                  <a:lnTo>
                    <a:pt x="145846" y="2652049"/>
                  </a:lnTo>
                  <a:lnTo>
                    <a:pt x="199240" y="2629844"/>
                  </a:lnTo>
                  <a:lnTo>
                    <a:pt x="204618" y="2642642"/>
                  </a:lnTo>
                  <a:lnTo>
                    <a:pt x="210092" y="2655399"/>
                  </a:lnTo>
                  <a:lnTo>
                    <a:pt x="215662" y="2668116"/>
                  </a:lnTo>
                  <a:lnTo>
                    <a:pt x="221328" y="2680792"/>
                  </a:lnTo>
                  <a:lnTo>
                    <a:pt x="166341" y="2705619"/>
                  </a:lnTo>
                  <a:close/>
                </a:path>
                <a:path w="3838575" h="3833495">
                  <a:moveTo>
                    <a:pt x="218794" y="2807310"/>
                  </a:moveTo>
                  <a:lnTo>
                    <a:pt x="218537" y="2806699"/>
                  </a:lnTo>
                  <a:lnTo>
                    <a:pt x="198057" y="2768599"/>
                  </a:lnTo>
                  <a:lnTo>
                    <a:pt x="192021" y="2756840"/>
                  </a:lnTo>
                  <a:lnTo>
                    <a:pt x="244919" y="2731024"/>
                  </a:lnTo>
                  <a:lnTo>
                    <a:pt x="251038" y="2743443"/>
                  </a:lnTo>
                  <a:lnTo>
                    <a:pt x="257249" y="2755817"/>
                  </a:lnTo>
                  <a:lnTo>
                    <a:pt x="263552" y="2768145"/>
                  </a:lnTo>
                  <a:lnTo>
                    <a:pt x="269949" y="2780427"/>
                  </a:lnTo>
                  <a:lnTo>
                    <a:pt x="218794" y="2807310"/>
                  </a:lnTo>
                  <a:close/>
                </a:path>
                <a:path w="3838575" h="3833495">
                  <a:moveTo>
                    <a:pt x="270694" y="2909550"/>
                  </a:moveTo>
                  <a:lnTo>
                    <a:pt x="262211" y="2895599"/>
                  </a:lnTo>
                  <a:lnTo>
                    <a:pt x="241479" y="2860153"/>
                  </a:lnTo>
                  <a:lnTo>
                    <a:pt x="296474" y="2829124"/>
                  </a:lnTo>
                  <a:lnTo>
                    <a:pt x="303338" y="2841185"/>
                  </a:lnTo>
                  <a:lnTo>
                    <a:pt x="310292" y="2853194"/>
                  </a:lnTo>
                  <a:lnTo>
                    <a:pt x="317336" y="2865152"/>
                  </a:lnTo>
                  <a:lnTo>
                    <a:pt x="324469" y="2877059"/>
                  </a:lnTo>
                  <a:lnTo>
                    <a:pt x="270694" y="2909550"/>
                  </a:lnTo>
                  <a:close/>
                </a:path>
                <a:path w="3838575" h="3833495">
                  <a:moveTo>
                    <a:pt x="332006" y="3006386"/>
                  </a:moveTo>
                  <a:lnTo>
                    <a:pt x="309412" y="2971799"/>
                  </a:lnTo>
                  <a:lnTo>
                    <a:pt x="300874" y="2958264"/>
                  </a:lnTo>
                  <a:lnTo>
                    <a:pt x="353838" y="2924073"/>
                  </a:lnTo>
                  <a:lnTo>
                    <a:pt x="361397" y="2935687"/>
                  </a:lnTo>
                  <a:lnTo>
                    <a:pt x="369041" y="2947245"/>
                  </a:lnTo>
                  <a:lnTo>
                    <a:pt x="376771" y="2958745"/>
                  </a:lnTo>
                  <a:lnTo>
                    <a:pt x="384586" y="2970188"/>
                  </a:lnTo>
                  <a:lnTo>
                    <a:pt x="332006" y="3006386"/>
                  </a:lnTo>
                  <a:close/>
                </a:path>
                <a:path w="3838575" h="3833495">
                  <a:moveTo>
                    <a:pt x="403104" y="3096393"/>
                  </a:moveTo>
                  <a:lnTo>
                    <a:pt x="386587" y="3073399"/>
                  </a:lnTo>
                  <a:lnTo>
                    <a:pt x="370047" y="3049670"/>
                  </a:lnTo>
                  <a:lnTo>
                    <a:pt x="416739" y="3015437"/>
                  </a:lnTo>
                  <a:lnTo>
                    <a:pt x="424978" y="3026588"/>
                  </a:lnTo>
                  <a:lnTo>
                    <a:pt x="433300" y="3037678"/>
                  </a:lnTo>
                  <a:lnTo>
                    <a:pt x="441705" y="3048708"/>
                  </a:lnTo>
                  <a:lnTo>
                    <a:pt x="450192" y="3059676"/>
                  </a:lnTo>
                  <a:lnTo>
                    <a:pt x="403104" y="3096393"/>
                  </a:lnTo>
                  <a:close/>
                </a:path>
                <a:path w="3838575" h="3833495">
                  <a:moveTo>
                    <a:pt x="477539" y="3183279"/>
                  </a:moveTo>
                  <a:lnTo>
                    <a:pt x="471079" y="3174999"/>
                  </a:lnTo>
                  <a:lnTo>
                    <a:pt x="442124" y="3149599"/>
                  </a:lnTo>
                  <a:lnTo>
                    <a:pt x="436961" y="3142616"/>
                  </a:lnTo>
                  <a:lnTo>
                    <a:pt x="484922" y="3102881"/>
                  </a:lnTo>
                  <a:lnTo>
                    <a:pt x="493813" y="3113532"/>
                  </a:lnTo>
                  <a:lnTo>
                    <a:pt x="502782" y="3124117"/>
                  </a:lnTo>
                  <a:lnTo>
                    <a:pt x="511830" y="3134635"/>
                  </a:lnTo>
                  <a:lnTo>
                    <a:pt x="520955" y="3145085"/>
                  </a:lnTo>
                  <a:lnTo>
                    <a:pt x="477539" y="3183279"/>
                  </a:lnTo>
                  <a:close/>
                </a:path>
                <a:path w="3838575" h="3833495">
                  <a:moveTo>
                    <a:pt x="553308" y="3269110"/>
                  </a:moveTo>
                  <a:lnTo>
                    <a:pt x="531288" y="3251199"/>
                  </a:lnTo>
                  <a:lnTo>
                    <a:pt x="513026" y="3228375"/>
                  </a:lnTo>
                  <a:lnTo>
                    <a:pt x="558210" y="3186192"/>
                  </a:lnTo>
                  <a:lnTo>
                    <a:pt x="567709" y="3196291"/>
                  </a:lnTo>
                  <a:lnTo>
                    <a:pt x="577283" y="3206321"/>
                  </a:lnTo>
                  <a:lnTo>
                    <a:pt x="586932" y="3216280"/>
                  </a:lnTo>
                  <a:lnTo>
                    <a:pt x="596656" y="3226170"/>
                  </a:lnTo>
                  <a:lnTo>
                    <a:pt x="553308" y="3269110"/>
                  </a:lnTo>
                  <a:close/>
                </a:path>
                <a:path w="3838575" h="3833495">
                  <a:moveTo>
                    <a:pt x="636820" y="3347458"/>
                  </a:moveTo>
                  <a:lnTo>
                    <a:pt x="627150" y="3340099"/>
                  </a:lnTo>
                  <a:lnTo>
                    <a:pt x="594475" y="3314699"/>
                  </a:lnTo>
                  <a:lnTo>
                    <a:pt x="591896" y="3311625"/>
                  </a:lnTo>
                  <a:lnTo>
                    <a:pt x="636267" y="3264993"/>
                  </a:lnTo>
                  <a:lnTo>
                    <a:pt x="646351" y="3274517"/>
                  </a:lnTo>
                  <a:lnTo>
                    <a:pt x="656503" y="3283965"/>
                  </a:lnTo>
                  <a:lnTo>
                    <a:pt x="666724" y="3293337"/>
                  </a:lnTo>
                  <a:lnTo>
                    <a:pt x="677015" y="3302632"/>
                  </a:lnTo>
                  <a:lnTo>
                    <a:pt x="636820" y="3347458"/>
                  </a:lnTo>
                  <a:close/>
                </a:path>
                <a:path w="3838575" h="3833495">
                  <a:moveTo>
                    <a:pt x="722292" y="3423848"/>
                  </a:moveTo>
                  <a:lnTo>
                    <a:pt x="694596" y="3403599"/>
                  </a:lnTo>
                  <a:lnTo>
                    <a:pt x="679046" y="3386209"/>
                  </a:lnTo>
                  <a:lnTo>
                    <a:pt x="718869" y="3339060"/>
                  </a:lnTo>
                  <a:lnTo>
                    <a:pt x="729497" y="3347969"/>
                  </a:lnTo>
                  <a:lnTo>
                    <a:pt x="740188" y="3356797"/>
                  </a:lnTo>
                  <a:lnTo>
                    <a:pt x="750942" y="3365545"/>
                  </a:lnTo>
                  <a:lnTo>
                    <a:pt x="761759" y="3374212"/>
                  </a:lnTo>
                  <a:lnTo>
                    <a:pt x="722292" y="3423848"/>
                  </a:lnTo>
                  <a:close/>
                </a:path>
                <a:path w="3838575" h="3833495">
                  <a:moveTo>
                    <a:pt x="815794" y="3490183"/>
                  </a:moveTo>
                  <a:lnTo>
                    <a:pt x="800796" y="3479799"/>
                  </a:lnTo>
                  <a:lnTo>
                    <a:pt x="768857" y="3457297"/>
                  </a:lnTo>
                  <a:lnTo>
                    <a:pt x="805668" y="3408076"/>
                  </a:lnTo>
                  <a:lnTo>
                    <a:pt x="816810" y="3416344"/>
                  </a:lnTo>
                  <a:lnTo>
                    <a:pt x="828012" y="3424529"/>
                  </a:lnTo>
                  <a:lnTo>
                    <a:pt x="839275" y="3432631"/>
                  </a:lnTo>
                  <a:lnTo>
                    <a:pt x="850596" y="3440648"/>
                  </a:lnTo>
                  <a:lnTo>
                    <a:pt x="815794" y="3490183"/>
                  </a:lnTo>
                  <a:close/>
                </a:path>
                <a:path w="3838575" h="3833495">
                  <a:moveTo>
                    <a:pt x="910526" y="3554540"/>
                  </a:moveTo>
                  <a:lnTo>
                    <a:pt x="874791" y="3530599"/>
                  </a:lnTo>
                  <a:lnTo>
                    <a:pt x="863019" y="3522585"/>
                  </a:lnTo>
                  <a:lnTo>
                    <a:pt x="896453" y="3471859"/>
                  </a:lnTo>
                  <a:lnTo>
                    <a:pt x="908048" y="3479440"/>
                  </a:lnTo>
                  <a:lnTo>
                    <a:pt x="919699" y="3486934"/>
                  </a:lnTo>
                  <a:lnTo>
                    <a:pt x="931405" y="3494341"/>
                  </a:lnTo>
                  <a:lnTo>
                    <a:pt x="943166" y="3501662"/>
                  </a:lnTo>
                  <a:lnTo>
                    <a:pt x="910526" y="3554540"/>
                  </a:lnTo>
                  <a:close/>
                </a:path>
                <a:path w="3838575" h="3833495">
                  <a:moveTo>
                    <a:pt x="1009324" y="3612893"/>
                  </a:moveTo>
                  <a:lnTo>
                    <a:pt x="990299" y="3606799"/>
                  </a:lnTo>
                  <a:lnTo>
                    <a:pt x="958553" y="3586016"/>
                  </a:lnTo>
                  <a:lnTo>
                    <a:pt x="990809" y="3530101"/>
                  </a:lnTo>
                  <a:lnTo>
                    <a:pt x="1014966" y="3543798"/>
                  </a:lnTo>
                  <a:lnTo>
                    <a:pt x="1039313" y="3557126"/>
                  </a:lnTo>
                  <a:lnTo>
                    <a:pt x="1009324" y="3612893"/>
                  </a:lnTo>
                  <a:close/>
                </a:path>
                <a:path w="3838575" h="3833495">
                  <a:moveTo>
                    <a:pt x="1113955" y="3659483"/>
                  </a:moveTo>
                  <a:lnTo>
                    <a:pt x="1110895" y="3657599"/>
                  </a:lnTo>
                  <a:lnTo>
                    <a:pt x="1070154" y="3644899"/>
                  </a:lnTo>
                  <a:lnTo>
                    <a:pt x="1060389" y="3638730"/>
                  </a:lnTo>
                  <a:lnTo>
                    <a:pt x="1088445" y="3582611"/>
                  </a:lnTo>
                  <a:lnTo>
                    <a:pt x="1113341" y="3594825"/>
                  </a:lnTo>
                  <a:lnTo>
                    <a:pt x="1138415" y="3606665"/>
                  </a:lnTo>
                  <a:lnTo>
                    <a:pt x="1113955" y="3659483"/>
                  </a:lnTo>
                  <a:close/>
                </a:path>
                <a:path w="3838575" h="3833495">
                  <a:moveTo>
                    <a:pt x="1217087" y="3709609"/>
                  </a:moveTo>
                  <a:lnTo>
                    <a:pt x="1193937" y="3695699"/>
                  </a:lnTo>
                  <a:lnTo>
                    <a:pt x="1164622" y="3686788"/>
                  </a:lnTo>
                  <a:lnTo>
                    <a:pt x="1189194" y="3629263"/>
                  </a:lnTo>
                  <a:lnTo>
                    <a:pt x="1214711" y="3639938"/>
                  </a:lnTo>
                  <a:lnTo>
                    <a:pt x="1240379" y="3650229"/>
                  </a:lnTo>
                  <a:lnTo>
                    <a:pt x="1217087" y="3709609"/>
                  </a:lnTo>
                  <a:close/>
                </a:path>
                <a:path w="3838575" h="3833495">
                  <a:moveTo>
                    <a:pt x="1325543" y="3747147"/>
                  </a:moveTo>
                  <a:lnTo>
                    <a:pt x="1278966" y="3733799"/>
                  </a:lnTo>
                  <a:lnTo>
                    <a:pt x="1270230" y="3731205"/>
                  </a:lnTo>
                  <a:lnTo>
                    <a:pt x="1292258" y="3669687"/>
                  </a:lnTo>
                  <a:lnTo>
                    <a:pt x="1318489" y="3678858"/>
                  </a:lnTo>
                  <a:lnTo>
                    <a:pt x="1344856" y="3687634"/>
                  </a:lnTo>
                  <a:lnTo>
                    <a:pt x="1325543" y="3747147"/>
                  </a:lnTo>
                  <a:close/>
                </a:path>
                <a:path w="3838575" h="3833495">
                  <a:moveTo>
                    <a:pt x="1435550" y="3778671"/>
                  </a:moveTo>
                  <a:lnTo>
                    <a:pt x="1380583" y="3762920"/>
                  </a:lnTo>
                  <a:lnTo>
                    <a:pt x="1397787" y="3703938"/>
                  </a:lnTo>
                  <a:lnTo>
                    <a:pt x="1424398" y="3711484"/>
                  </a:lnTo>
                  <a:lnTo>
                    <a:pt x="1451128" y="3718634"/>
                  </a:lnTo>
                  <a:lnTo>
                    <a:pt x="1435550" y="3778671"/>
                  </a:lnTo>
                  <a:close/>
                </a:path>
                <a:path w="3838575" h="3833495">
                  <a:moveTo>
                    <a:pt x="1546355" y="3809999"/>
                  </a:moveTo>
                  <a:lnTo>
                    <a:pt x="1544871" y="3809999"/>
                  </a:lnTo>
                  <a:lnTo>
                    <a:pt x="1490815" y="3794509"/>
                  </a:lnTo>
                  <a:lnTo>
                    <a:pt x="1505097" y="3731777"/>
                  </a:lnTo>
                  <a:lnTo>
                    <a:pt x="1532224" y="3737740"/>
                  </a:lnTo>
                  <a:lnTo>
                    <a:pt x="1559451" y="3743297"/>
                  </a:lnTo>
                  <a:lnTo>
                    <a:pt x="1546355" y="3809999"/>
                  </a:lnTo>
                  <a:close/>
                </a:path>
                <a:path w="3838575" h="3833495">
                  <a:moveTo>
                    <a:pt x="2296232" y="3809999"/>
                  </a:moveTo>
                  <a:lnTo>
                    <a:pt x="2289275" y="3809999"/>
                  </a:lnTo>
                  <a:lnTo>
                    <a:pt x="2276565" y="3744289"/>
                  </a:lnTo>
                  <a:lnTo>
                    <a:pt x="2303777" y="3738813"/>
                  </a:lnTo>
                  <a:lnTo>
                    <a:pt x="2330897" y="3732933"/>
                  </a:lnTo>
                  <a:lnTo>
                    <a:pt x="2345069" y="3796004"/>
                  </a:lnTo>
                  <a:lnTo>
                    <a:pt x="2296232" y="3809999"/>
                  </a:lnTo>
                  <a:close/>
                </a:path>
                <a:path w="3838575" h="3833495">
                  <a:moveTo>
                    <a:pt x="2400368" y="3780157"/>
                  </a:moveTo>
                  <a:lnTo>
                    <a:pt x="2384923" y="3719938"/>
                  </a:lnTo>
                  <a:lnTo>
                    <a:pt x="2411683" y="3712860"/>
                  </a:lnTo>
                  <a:lnTo>
                    <a:pt x="2438324" y="3705386"/>
                  </a:lnTo>
                  <a:lnTo>
                    <a:pt x="2455358" y="3764399"/>
                  </a:lnTo>
                  <a:lnTo>
                    <a:pt x="2400368" y="3780157"/>
                  </a:lnTo>
                  <a:close/>
                </a:path>
                <a:path w="3838575" h="3833495">
                  <a:moveTo>
                    <a:pt x="2510351" y="3748640"/>
                  </a:moveTo>
                  <a:lnTo>
                    <a:pt x="2491263" y="3689243"/>
                  </a:lnTo>
                  <a:lnTo>
                    <a:pt x="2517662" y="3680540"/>
                  </a:lnTo>
                  <a:lnTo>
                    <a:pt x="2543926" y="3671441"/>
                  </a:lnTo>
                  <a:lnTo>
                    <a:pt x="2565683" y="3732746"/>
                  </a:lnTo>
                  <a:lnTo>
                    <a:pt x="2562138" y="3733799"/>
                  </a:lnTo>
                  <a:lnTo>
                    <a:pt x="2510351" y="3748640"/>
                  </a:lnTo>
                  <a:close/>
                </a:path>
                <a:path w="3838575" h="3833495">
                  <a:moveTo>
                    <a:pt x="2619332" y="3712424"/>
                  </a:moveTo>
                  <a:lnTo>
                    <a:pt x="2595874" y="3652123"/>
                  </a:lnTo>
                  <a:lnTo>
                    <a:pt x="2621559" y="3641910"/>
                  </a:lnTo>
                  <a:lnTo>
                    <a:pt x="2647091" y="3631314"/>
                  </a:lnTo>
                  <a:lnTo>
                    <a:pt x="2671272" y="3688371"/>
                  </a:lnTo>
                  <a:lnTo>
                    <a:pt x="2647167" y="3695699"/>
                  </a:lnTo>
                  <a:lnTo>
                    <a:pt x="2619332" y="3712424"/>
                  </a:lnTo>
                  <a:close/>
                </a:path>
                <a:path w="3838575" h="3833495">
                  <a:moveTo>
                    <a:pt x="2722526" y="3662328"/>
                  </a:moveTo>
                  <a:lnTo>
                    <a:pt x="2697945" y="3608855"/>
                  </a:lnTo>
                  <a:lnTo>
                    <a:pt x="2723053" y="3597084"/>
                  </a:lnTo>
                  <a:lnTo>
                    <a:pt x="2747992" y="3584936"/>
                  </a:lnTo>
                  <a:lnTo>
                    <a:pt x="2776133" y="3641625"/>
                  </a:lnTo>
                  <a:lnTo>
                    <a:pt x="2770950" y="3644899"/>
                  </a:lnTo>
                  <a:lnTo>
                    <a:pt x="2730208" y="3657599"/>
                  </a:lnTo>
                  <a:lnTo>
                    <a:pt x="2722526" y="3662328"/>
                  </a:lnTo>
                  <a:close/>
                </a:path>
                <a:path w="3838575" h="3833495">
                  <a:moveTo>
                    <a:pt x="2826570" y="3614562"/>
                  </a:moveTo>
                  <a:lnTo>
                    <a:pt x="2797203" y="3559584"/>
                  </a:lnTo>
                  <a:lnTo>
                    <a:pt x="2821581" y="3546328"/>
                  </a:lnTo>
                  <a:lnTo>
                    <a:pt x="2845764" y="3532706"/>
                  </a:lnTo>
                  <a:lnTo>
                    <a:pt x="2878019" y="3588983"/>
                  </a:lnTo>
                  <a:lnTo>
                    <a:pt x="2850805" y="3606799"/>
                  </a:lnTo>
                  <a:lnTo>
                    <a:pt x="2826570" y="3614562"/>
                  </a:lnTo>
                  <a:close/>
                </a:path>
                <a:path w="3838575" h="3833495">
                  <a:moveTo>
                    <a:pt x="2926079" y="3557518"/>
                  </a:moveTo>
                  <a:lnTo>
                    <a:pt x="2893493" y="3504397"/>
                  </a:lnTo>
                  <a:lnTo>
                    <a:pt x="2905277" y="3497108"/>
                  </a:lnTo>
                  <a:lnTo>
                    <a:pt x="2917006" y="3489732"/>
                  </a:lnTo>
                  <a:lnTo>
                    <a:pt x="2928678" y="3482270"/>
                  </a:lnTo>
                  <a:lnTo>
                    <a:pt x="2940296" y="3474721"/>
                  </a:lnTo>
                  <a:lnTo>
                    <a:pt x="2973636" y="3525614"/>
                  </a:lnTo>
                  <a:lnTo>
                    <a:pt x="2966313" y="3530599"/>
                  </a:lnTo>
                  <a:lnTo>
                    <a:pt x="2928399" y="3555999"/>
                  </a:lnTo>
                  <a:lnTo>
                    <a:pt x="2926079" y="3557518"/>
                  </a:lnTo>
                  <a:close/>
                </a:path>
                <a:path w="3838575" h="3833495">
                  <a:moveTo>
                    <a:pt x="3020875" y="3493254"/>
                  </a:moveTo>
                  <a:lnTo>
                    <a:pt x="2986227" y="3443646"/>
                  </a:lnTo>
                  <a:lnTo>
                    <a:pt x="2997575" y="3435658"/>
                  </a:lnTo>
                  <a:lnTo>
                    <a:pt x="3008862" y="3427586"/>
                  </a:lnTo>
                  <a:lnTo>
                    <a:pt x="3020087" y="3419433"/>
                  </a:lnTo>
                  <a:lnTo>
                    <a:pt x="3031251" y="3411196"/>
                  </a:lnTo>
                  <a:lnTo>
                    <a:pt x="3067838" y="3460403"/>
                  </a:lnTo>
                  <a:lnTo>
                    <a:pt x="3040307" y="3479799"/>
                  </a:lnTo>
                  <a:lnTo>
                    <a:pt x="3020875" y="3493254"/>
                  </a:lnTo>
                  <a:close/>
                </a:path>
                <a:path w="3838575" h="3833495">
                  <a:moveTo>
                    <a:pt x="3114455" y="3427033"/>
                  </a:moveTo>
                  <a:lnTo>
                    <a:pt x="3075257" y="3377452"/>
                  </a:lnTo>
                  <a:lnTo>
                    <a:pt x="3086100" y="3368815"/>
                  </a:lnTo>
                  <a:lnTo>
                    <a:pt x="3096878" y="3360098"/>
                  </a:lnTo>
                  <a:lnTo>
                    <a:pt x="3107591" y="3351301"/>
                  </a:lnTo>
                  <a:lnTo>
                    <a:pt x="3118239" y="3342425"/>
                  </a:lnTo>
                  <a:lnTo>
                    <a:pt x="3158425" y="3390272"/>
                  </a:lnTo>
                  <a:lnTo>
                    <a:pt x="3146508" y="3403599"/>
                  </a:lnTo>
                  <a:lnTo>
                    <a:pt x="3114455" y="3427033"/>
                  </a:lnTo>
                  <a:close/>
                </a:path>
                <a:path w="3838575" h="3833495">
                  <a:moveTo>
                    <a:pt x="3283593" y="3272528"/>
                  </a:moveTo>
                  <a:lnTo>
                    <a:pt x="3240770" y="3229872"/>
                  </a:lnTo>
                  <a:lnTo>
                    <a:pt x="3250520" y="3220011"/>
                  </a:lnTo>
                  <a:lnTo>
                    <a:pt x="3260196" y="3210079"/>
                  </a:lnTo>
                  <a:lnTo>
                    <a:pt x="3269799" y="3200076"/>
                  </a:lnTo>
                  <a:lnTo>
                    <a:pt x="3279327" y="3190002"/>
                  </a:lnTo>
                  <a:lnTo>
                    <a:pt x="3324698" y="3232598"/>
                  </a:lnTo>
                  <a:lnTo>
                    <a:pt x="3309816" y="3251199"/>
                  </a:lnTo>
                  <a:lnTo>
                    <a:pt x="3283593" y="3272528"/>
                  </a:lnTo>
                  <a:close/>
                </a:path>
                <a:path w="3838575" h="3833495">
                  <a:moveTo>
                    <a:pt x="3199983" y="3350731"/>
                  </a:moveTo>
                  <a:lnTo>
                    <a:pt x="3160197" y="3306112"/>
                  </a:lnTo>
                  <a:lnTo>
                    <a:pt x="3170516" y="3296842"/>
                  </a:lnTo>
                  <a:lnTo>
                    <a:pt x="3180765" y="3287498"/>
                  </a:lnTo>
                  <a:lnTo>
                    <a:pt x="3190943" y="3278079"/>
                  </a:lnTo>
                  <a:lnTo>
                    <a:pt x="3201050" y="3268586"/>
                  </a:lnTo>
                  <a:lnTo>
                    <a:pt x="3245509" y="3315570"/>
                  </a:lnTo>
                  <a:lnTo>
                    <a:pt x="3213954" y="3340099"/>
                  </a:lnTo>
                  <a:lnTo>
                    <a:pt x="3199983" y="3350731"/>
                  </a:lnTo>
                  <a:close/>
                </a:path>
                <a:path w="3838575" h="3833495">
                  <a:moveTo>
                    <a:pt x="3360248" y="3187531"/>
                  </a:moveTo>
                  <a:lnTo>
                    <a:pt x="3316695" y="3149001"/>
                  </a:lnTo>
                  <a:lnTo>
                    <a:pt x="3325849" y="3138575"/>
                  </a:lnTo>
                  <a:lnTo>
                    <a:pt x="3334926" y="3128083"/>
                  </a:lnTo>
                  <a:lnTo>
                    <a:pt x="3343924" y="3117524"/>
                  </a:lnTo>
                  <a:lnTo>
                    <a:pt x="3352844" y="3106898"/>
                  </a:lnTo>
                  <a:lnTo>
                    <a:pt x="3400929" y="3146963"/>
                  </a:lnTo>
                  <a:lnTo>
                    <a:pt x="3398979" y="3149599"/>
                  </a:lnTo>
                  <a:lnTo>
                    <a:pt x="3370025" y="3174999"/>
                  </a:lnTo>
                  <a:lnTo>
                    <a:pt x="3360248" y="3187531"/>
                  </a:lnTo>
                  <a:close/>
                </a:path>
                <a:path w="3838575" h="3833495">
                  <a:moveTo>
                    <a:pt x="3434856" y="3100770"/>
                  </a:moveTo>
                  <a:lnTo>
                    <a:pt x="3387698" y="3063786"/>
                  </a:lnTo>
                  <a:lnTo>
                    <a:pt x="3396216" y="3052842"/>
                  </a:lnTo>
                  <a:lnTo>
                    <a:pt x="3404651" y="3041837"/>
                  </a:lnTo>
                  <a:lnTo>
                    <a:pt x="3413003" y="3030771"/>
                  </a:lnTo>
                  <a:lnTo>
                    <a:pt x="3421272" y="3019644"/>
                  </a:lnTo>
                  <a:lnTo>
                    <a:pt x="3467978" y="3054087"/>
                  </a:lnTo>
                  <a:lnTo>
                    <a:pt x="3454517" y="3073399"/>
                  </a:lnTo>
                  <a:lnTo>
                    <a:pt x="3434856" y="3100770"/>
                  </a:lnTo>
                  <a:close/>
                </a:path>
                <a:path w="3838575" h="3833495">
                  <a:moveTo>
                    <a:pt x="3505927" y="3010764"/>
                  </a:moveTo>
                  <a:lnTo>
                    <a:pt x="3453548" y="2974489"/>
                  </a:lnTo>
                  <a:lnTo>
                    <a:pt x="3461398" y="2963063"/>
                  </a:lnTo>
                  <a:lnTo>
                    <a:pt x="3469162" y="2951581"/>
                  </a:lnTo>
                  <a:lnTo>
                    <a:pt x="3476840" y="2940043"/>
                  </a:lnTo>
                  <a:lnTo>
                    <a:pt x="3484432" y="2928449"/>
                  </a:lnTo>
                  <a:lnTo>
                    <a:pt x="3537354" y="2962822"/>
                  </a:lnTo>
                  <a:lnTo>
                    <a:pt x="3531691" y="2971799"/>
                  </a:lnTo>
                  <a:lnTo>
                    <a:pt x="3506803" y="3009899"/>
                  </a:lnTo>
                  <a:lnTo>
                    <a:pt x="3505927" y="3010764"/>
                  </a:lnTo>
                  <a:close/>
                </a:path>
                <a:path w="3838575" h="3833495">
                  <a:moveTo>
                    <a:pt x="3567607" y="2914160"/>
                  </a:moveTo>
                  <a:lnTo>
                    <a:pt x="3513928" y="2881523"/>
                  </a:lnTo>
                  <a:lnTo>
                    <a:pt x="3521096" y="2869635"/>
                  </a:lnTo>
                  <a:lnTo>
                    <a:pt x="3528173" y="2857698"/>
                  </a:lnTo>
                  <a:lnTo>
                    <a:pt x="3535159" y="2845711"/>
                  </a:lnTo>
                  <a:lnTo>
                    <a:pt x="3542054" y="2833674"/>
                  </a:lnTo>
                  <a:lnTo>
                    <a:pt x="3596896" y="2864819"/>
                  </a:lnTo>
                  <a:lnTo>
                    <a:pt x="3578893" y="2895599"/>
                  </a:lnTo>
                  <a:lnTo>
                    <a:pt x="3567607" y="2914160"/>
                  </a:lnTo>
                  <a:close/>
                </a:path>
                <a:path w="3838575" h="3833495">
                  <a:moveTo>
                    <a:pt x="3620218" y="2812277"/>
                  </a:moveTo>
                  <a:lnTo>
                    <a:pt x="3568726" y="2785034"/>
                  </a:lnTo>
                  <a:lnTo>
                    <a:pt x="3575156" y="2772771"/>
                  </a:lnTo>
                  <a:lnTo>
                    <a:pt x="3581493" y="2760462"/>
                  </a:lnTo>
                  <a:lnTo>
                    <a:pt x="3587738" y="2748108"/>
                  </a:lnTo>
                  <a:lnTo>
                    <a:pt x="3593890" y="2735709"/>
                  </a:lnTo>
                  <a:lnTo>
                    <a:pt x="3646625" y="2761629"/>
                  </a:lnTo>
                  <a:lnTo>
                    <a:pt x="3643046" y="2768599"/>
                  </a:lnTo>
                  <a:lnTo>
                    <a:pt x="3622567" y="2806699"/>
                  </a:lnTo>
                  <a:lnTo>
                    <a:pt x="3620218" y="2812277"/>
                  </a:lnTo>
                  <a:close/>
                </a:path>
                <a:path w="3838575" h="3833495">
                  <a:moveTo>
                    <a:pt x="3672392" y="2710470"/>
                  </a:moveTo>
                  <a:lnTo>
                    <a:pt x="3617617" y="2685554"/>
                  </a:lnTo>
                  <a:lnTo>
                    <a:pt x="3623322" y="2672887"/>
                  </a:lnTo>
                  <a:lnTo>
                    <a:pt x="3628931" y="2660179"/>
                  </a:lnTo>
                  <a:lnTo>
                    <a:pt x="3634444" y="2647430"/>
                  </a:lnTo>
                  <a:lnTo>
                    <a:pt x="3639862" y="2634640"/>
                  </a:lnTo>
                  <a:lnTo>
                    <a:pt x="3693494" y="2657120"/>
                  </a:lnTo>
                  <a:lnTo>
                    <a:pt x="3681223" y="2692399"/>
                  </a:lnTo>
                  <a:lnTo>
                    <a:pt x="3672392" y="2710470"/>
                  </a:lnTo>
                  <a:close/>
                </a:path>
                <a:path w="3838575" h="3833495">
                  <a:moveTo>
                    <a:pt x="3715212" y="2604380"/>
                  </a:moveTo>
                  <a:lnTo>
                    <a:pt x="3660471" y="2583335"/>
                  </a:lnTo>
                  <a:lnTo>
                    <a:pt x="3665398" y="2570376"/>
                  </a:lnTo>
                  <a:lnTo>
                    <a:pt x="3670226" y="2557383"/>
                  </a:lnTo>
                  <a:lnTo>
                    <a:pt x="3674957" y="2544355"/>
                  </a:lnTo>
                  <a:lnTo>
                    <a:pt x="3679590" y="2531291"/>
                  </a:lnTo>
                  <a:lnTo>
                    <a:pt x="3735532" y="2550894"/>
                  </a:lnTo>
                  <a:lnTo>
                    <a:pt x="3731325" y="2565399"/>
                  </a:lnTo>
                  <a:lnTo>
                    <a:pt x="3715598" y="2603499"/>
                  </a:lnTo>
                  <a:lnTo>
                    <a:pt x="3715212" y="2604380"/>
                  </a:lnTo>
                  <a:close/>
                </a:path>
                <a:path w="3838575" h="3833495">
                  <a:moveTo>
                    <a:pt x="3752715" y="2496134"/>
                  </a:moveTo>
                  <a:lnTo>
                    <a:pt x="3697191" y="2478535"/>
                  </a:lnTo>
                  <a:lnTo>
                    <a:pt x="3701318" y="2465341"/>
                  </a:lnTo>
                  <a:lnTo>
                    <a:pt x="3705347" y="2452118"/>
                  </a:lnTo>
                  <a:lnTo>
                    <a:pt x="3709276" y="2438867"/>
                  </a:lnTo>
                  <a:lnTo>
                    <a:pt x="3713106" y="2425588"/>
                  </a:lnTo>
                  <a:lnTo>
                    <a:pt x="3768581" y="2441363"/>
                  </a:lnTo>
                  <a:lnTo>
                    <a:pt x="3759790" y="2476499"/>
                  </a:lnTo>
                  <a:lnTo>
                    <a:pt x="3752715" y="2496134"/>
                  </a:lnTo>
                  <a:close/>
                </a:path>
                <a:path w="3838575" h="3833495">
                  <a:moveTo>
                    <a:pt x="3784414" y="2386470"/>
                  </a:moveTo>
                  <a:lnTo>
                    <a:pt x="3727453" y="2372101"/>
                  </a:lnTo>
                  <a:lnTo>
                    <a:pt x="3730802" y="2358614"/>
                  </a:lnTo>
                  <a:lnTo>
                    <a:pt x="3734049" y="2345100"/>
                  </a:lnTo>
                  <a:lnTo>
                    <a:pt x="3737195" y="2331561"/>
                  </a:lnTo>
                  <a:lnTo>
                    <a:pt x="3740240" y="2317994"/>
                  </a:lnTo>
                  <a:lnTo>
                    <a:pt x="3796420" y="2330383"/>
                  </a:lnTo>
                  <a:lnTo>
                    <a:pt x="3794808" y="2336799"/>
                  </a:lnTo>
                  <a:lnTo>
                    <a:pt x="3784414" y="2386470"/>
                  </a:lnTo>
                  <a:close/>
                </a:path>
                <a:path w="3838575" h="3833495">
                  <a:moveTo>
                    <a:pt x="3808425" y="2274497"/>
                  </a:moveTo>
                  <a:lnTo>
                    <a:pt x="3751365" y="2263693"/>
                  </a:lnTo>
                  <a:lnTo>
                    <a:pt x="3753885" y="2250109"/>
                  </a:lnTo>
                  <a:lnTo>
                    <a:pt x="3756304" y="2236506"/>
                  </a:lnTo>
                  <a:lnTo>
                    <a:pt x="3758622" y="2222884"/>
                  </a:lnTo>
                  <a:lnTo>
                    <a:pt x="3760838" y="2209243"/>
                  </a:lnTo>
                  <a:lnTo>
                    <a:pt x="3818607" y="2218409"/>
                  </a:lnTo>
                  <a:lnTo>
                    <a:pt x="3812873" y="2247899"/>
                  </a:lnTo>
                  <a:lnTo>
                    <a:pt x="3808425" y="2274497"/>
                  </a:lnTo>
                  <a:close/>
                </a:path>
                <a:path w="3838575" h="3833495">
                  <a:moveTo>
                    <a:pt x="3826259" y="2161636"/>
                  </a:moveTo>
                  <a:lnTo>
                    <a:pt x="3768723" y="2154259"/>
                  </a:lnTo>
                  <a:lnTo>
                    <a:pt x="3770442" y="2140444"/>
                  </a:lnTo>
                  <a:lnTo>
                    <a:pt x="3772059" y="2126611"/>
                  </a:lnTo>
                  <a:lnTo>
                    <a:pt x="3773573" y="2112761"/>
                  </a:lnTo>
                  <a:lnTo>
                    <a:pt x="3774984" y="2098891"/>
                  </a:lnTo>
                  <a:lnTo>
                    <a:pt x="3832171" y="2104496"/>
                  </a:lnTo>
                  <a:lnTo>
                    <a:pt x="3831776" y="2108199"/>
                  </a:lnTo>
                  <a:lnTo>
                    <a:pt x="3826586" y="2158999"/>
                  </a:lnTo>
                  <a:lnTo>
                    <a:pt x="3826259" y="2161636"/>
                  </a:lnTo>
                  <a:close/>
                </a:path>
                <a:path w="3838575" h="3833495">
                  <a:moveTo>
                    <a:pt x="3837111" y="2047912"/>
                  </a:moveTo>
                  <a:lnTo>
                    <a:pt x="3779552" y="2043974"/>
                  </a:lnTo>
                  <a:lnTo>
                    <a:pt x="3780447" y="2030151"/>
                  </a:lnTo>
                  <a:lnTo>
                    <a:pt x="3781240" y="2016317"/>
                  </a:lnTo>
                  <a:lnTo>
                    <a:pt x="3781932" y="2002469"/>
                  </a:lnTo>
                  <a:lnTo>
                    <a:pt x="3782429" y="1990790"/>
                  </a:lnTo>
                  <a:lnTo>
                    <a:pt x="3782522" y="1988609"/>
                  </a:lnTo>
                  <a:lnTo>
                    <a:pt x="3838574" y="1990790"/>
                  </a:lnTo>
                  <a:lnTo>
                    <a:pt x="3838574" y="2022424"/>
                  </a:lnTo>
                  <a:lnTo>
                    <a:pt x="3837111" y="2047912"/>
                  </a:lnTo>
                  <a:close/>
                </a:path>
                <a:path w="3838575" h="3833495">
                  <a:moveTo>
                    <a:pt x="3838574" y="1933347"/>
                  </a:moveTo>
                  <a:lnTo>
                    <a:pt x="3783867" y="1933089"/>
                  </a:lnTo>
                  <a:lnTo>
                    <a:pt x="3783859" y="1895757"/>
                  </a:lnTo>
                  <a:lnTo>
                    <a:pt x="3783740" y="1886298"/>
                  </a:lnTo>
                  <a:lnTo>
                    <a:pt x="3783574" y="1876807"/>
                  </a:lnTo>
                  <a:lnTo>
                    <a:pt x="3838574" y="1875707"/>
                  </a:lnTo>
                  <a:lnTo>
                    <a:pt x="3838574" y="1933347"/>
                  </a:lnTo>
                  <a:close/>
                </a:path>
                <a:path w="3838575" h="3833495">
                  <a:moveTo>
                    <a:pt x="3781641" y="1821167"/>
                  </a:moveTo>
                  <a:lnTo>
                    <a:pt x="3780907" y="1807345"/>
                  </a:lnTo>
                  <a:lnTo>
                    <a:pt x="3780071" y="1793536"/>
                  </a:lnTo>
                  <a:lnTo>
                    <a:pt x="3779134" y="1779741"/>
                  </a:lnTo>
                  <a:lnTo>
                    <a:pt x="3778096" y="1765960"/>
                  </a:lnTo>
                  <a:lnTo>
                    <a:pt x="3834518" y="1761502"/>
                  </a:lnTo>
                  <a:lnTo>
                    <a:pt x="3835836" y="1777999"/>
                  </a:lnTo>
                  <a:lnTo>
                    <a:pt x="3838155" y="1818370"/>
                  </a:lnTo>
                  <a:lnTo>
                    <a:pt x="3781641" y="1821167"/>
                  </a:lnTo>
                  <a:close/>
                </a:path>
                <a:path w="3838575" h="3833495">
                  <a:moveTo>
                    <a:pt x="3772932" y="1710958"/>
                  </a:moveTo>
                  <a:lnTo>
                    <a:pt x="3771373" y="1697102"/>
                  </a:lnTo>
                  <a:lnTo>
                    <a:pt x="3769710" y="1683264"/>
                  </a:lnTo>
                  <a:lnTo>
                    <a:pt x="3767945" y="1669445"/>
                  </a:lnTo>
                  <a:lnTo>
                    <a:pt x="3766078" y="1655644"/>
                  </a:lnTo>
                  <a:lnTo>
                    <a:pt x="3821477" y="1647937"/>
                  </a:lnTo>
                  <a:lnTo>
                    <a:pt x="3826586" y="1689099"/>
                  </a:lnTo>
                  <a:lnTo>
                    <a:pt x="3828737" y="1704887"/>
                  </a:lnTo>
                  <a:lnTo>
                    <a:pt x="3772932" y="1710958"/>
                  </a:lnTo>
                  <a:close/>
                </a:path>
                <a:path w="3838575" h="3833495">
                  <a:moveTo>
                    <a:pt x="3757621" y="1600849"/>
                  </a:moveTo>
                  <a:lnTo>
                    <a:pt x="3755305" y="1587499"/>
                  </a:lnTo>
                  <a:lnTo>
                    <a:pt x="3752803" y="1573681"/>
                  </a:lnTo>
                  <a:lnTo>
                    <a:pt x="3750244" y="1560128"/>
                  </a:lnTo>
                  <a:lnTo>
                    <a:pt x="3747584" y="1546595"/>
                  </a:lnTo>
                  <a:lnTo>
                    <a:pt x="3801803" y="1535729"/>
                  </a:lnTo>
                  <a:lnTo>
                    <a:pt x="3804378" y="1549399"/>
                  </a:lnTo>
                  <a:lnTo>
                    <a:pt x="3812819" y="1587255"/>
                  </a:lnTo>
                  <a:lnTo>
                    <a:pt x="3812873" y="1587499"/>
                  </a:lnTo>
                  <a:lnTo>
                    <a:pt x="3813439" y="1591379"/>
                  </a:lnTo>
                  <a:lnTo>
                    <a:pt x="3757621" y="1600849"/>
                  </a:lnTo>
                  <a:close/>
                </a:path>
                <a:path w="3838575" h="3833495">
                  <a:moveTo>
                    <a:pt x="3735833" y="1492213"/>
                  </a:moveTo>
                  <a:lnTo>
                    <a:pt x="3732647" y="1478702"/>
                  </a:lnTo>
                  <a:lnTo>
                    <a:pt x="3729359" y="1465217"/>
                  </a:lnTo>
                  <a:lnTo>
                    <a:pt x="3725972" y="1451758"/>
                  </a:lnTo>
                  <a:lnTo>
                    <a:pt x="3722483" y="1438326"/>
                  </a:lnTo>
                  <a:lnTo>
                    <a:pt x="3775846" y="1424253"/>
                  </a:lnTo>
                  <a:lnTo>
                    <a:pt x="3784177" y="1460499"/>
                  </a:lnTo>
                  <a:lnTo>
                    <a:pt x="3789551" y="1479758"/>
                  </a:lnTo>
                  <a:lnTo>
                    <a:pt x="3735833" y="1492213"/>
                  </a:lnTo>
                  <a:close/>
                </a:path>
                <a:path w="3838575" h="3833495">
                  <a:moveTo>
                    <a:pt x="3707583" y="1385070"/>
                  </a:moveTo>
                  <a:lnTo>
                    <a:pt x="3703598" y="1371791"/>
                  </a:lnTo>
                  <a:lnTo>
                    <a:pt x="3699515" y="1358545"/>
                  </a:lnTo>
                  <a:lnTo>
                    <a:pt x="3695333" y="1345330"/>
                  </a:lnTo>
                  <a:lnTo>
                    <a:pt x="3691051" y="1332148"/>
                  </a:lnTo>
                  <a:lnTo>
                    <a:pt x="3743746" y="1314816"/>
                  </a:lnTo>
                  <a:lnTo>
                    <a:pt x="3746060" y="1320799"/>
                  </a:lnTo>
                  <a:lnTo>
                    <a:pt x="3759294" y="1369764"/>
                  </a:lnTo>
                  <a:lnTo>
                    <a:pt x="3707583" y="1385070"/>
                  </a:lnTo>
                  <a:close/>
                </a:path>
                <a:path w="3838575" h="3833495">
                  <a:moveTo>
                    <a:pt x="3672903" y="1279645"/>
                  </a:moveTo>
                  <a:lnTo>
                    <a:pt x="3668134" y="1266643"/>
                  </a:lnTo>
                  <a:lnTo>
                    <a:pt x="3663268" y="1253679"/>
                  </a:lnTo>
                  <a:lnTo>
                    <a:pt x="3658306" y="1240752"/>
                  </a:lnTo>
                  <a:lnTo>
                    <a:pt x="3653246" y="1227862"/>
                  </a:lnTo>
                  <a:lnTo>
                    <a:pt x="3704849" y="1207384"/>
                  </a:lnTo>
                  <a:lnTo>
                    <a:pt x="3715598" y="1231899"/>
                  </a:lnTo>
                  <a:lnTo>
                    <a:pt x="3724579" y="1260908"/>
                  </a:lnTo>
                  <a:lnTo>
                    <a:pt x="3672903" y="1279645"/>
                  </a:lnTo>
                  <a:close/>
                </a:path>
                <a:path w="3838575" h="3833495">
                  <a:moveTo>
                    <a:pt x="3632061" y="1176721"/>
                  </a:moveTo>
                  <a:lnTo>
                    <a:pt x="3626507" y="1163991"/>
                  </a:lnTo>
                  <a:lnTo>
                    <a:pt x="3620857" y="1151302"/>
                  </a:lnTo>
                  <a:lnTo>
                    <a:pt x="3615112" y="1138654"/>
                  </a:lnTo>
                  <a:lnTo>
                    <a:pt x="3609270" y="1126048"/>
                  </a:lnTo>
                  <a:lnTo>
                    <a:pt x="3657218" y="1103612"/>
                  </a:lnTo>
                  <a:lnTo>
                    <a:pt x="3662603" y="1117599"/>
                  </a:lnTo>
                  <a:lnTo>
                    <a:pt x="3681139" y="1155527"/>
                  </a:lnTo>
                  <a:lnTo>
                    <a:pt x="3632061" y="1176721"/>
                  </a:lnTo>
                  <a:close/>
                </a:path>
                <a:path w="3838575" h="3833495">
                  <a:moveTo>
                    <a:pt x="3585024" y="1076187"/>
                  </a:moveTo>
                  <a:lnTo>
                    <a:pt x="3578744" y="1063863"/>
                  </a:lnTo>
                  <a:lnTo>
                    <a:pt x="3572372" y="1051585"/>
                  </a:lnTo>
                  <a:lnTo>
                    <a:pt x="3565908" y="1039353"/>
                  </a:lnTo>
                  <a:lnTo>
                    <a:pt x="3559352" y="1027168"/>
                  </a:lnTo>
                  <a:lnTo>
                    <a:pt x="3607143" y="1001226"/>
                  </a:lnTo>
                  <a:lnTo>
                    <a:pt x="3622567" y="1028699"/>
                  </a:lnTo>
                  <a:lnTo>
                    <a:pt x="3634630" y="1051143"/>
                  </a:lnTo>
                  <a:lnTo>
                    <a:pt x="3585024" y="1076187"/>
                  </a:lnTo>
                  <a:close/>
                </a:path>
                <a:path w="3838575" h="3833495">
                  <a:moveTo>
                    <a:pt x="3532122" y="978745"/>
                  </a:moveTo>
                  <a:lnTo>
                    <a:pt x="3525101" y="966789"/>
                  </a:lnTo>
                  <a:lnTo>
                    <a:pt x="3517991" y="954883"/>
                  </a:lnTo>
                  <a:lnTo>
                    <a:pt x="3510791" y="943028"/>
                  </a:lnTo>
                  <a:lnTo>
                    <a:pt x="3503501" y="931224"/>
                  </a:lnTo>
                  <a:lnTo>
                    <a:pt x="3548616" y="903129"/>
                  </a:lnTo>
                  <a:lnTo>
                    <a:pt x="3555726" y="914399"/>
                  </a:lnTo>
                  <a:lnTo>
                    <a:pt x="3578452" y="951774"/>
                  </a:lnTo>
                  <a:lnTo>
                    <a:pt x="3532122" y="978745"/>
                  </a:lnTo>
                  <a:close/>
                </a:path>
                <a:path w="3838575" h="3833495">
                  <a:moveTo>
                    <a:pt x="3473519" y="884636"/>
                  </a:moveTo>
                  <a:lnTo>
                    <a:pt x="3465798" y="873114"/>
                  </a:lnTo>
                  <a:lnTo>
                    <a:pt x="3457991" y="861649"/>
                  </a:lnTo>
                  <a:lnTo>
                    <a:pt x="3450097" y="850240"/>
                  </a:lnTo>
                  <a:lnTo>
                    <a:pt x="3442117" y="838887"/>
                  </a:lnTo>
                  <a:lnTo>
                    <a:pt x="3486184" y="807668"/>
                  </a:lnTo>
                  <a:lnTo>
                    <a:pt x="3506803" y="838199"/>
                  </a:lnTo>
                  <a:lnTo>
                    <a:pt x="3517876" y="855150"/>
                  </a:lnTo>
                  <a:lnTo>
                    <a:pt x="3473519" y="884636"/>
                  </a:lnTo>
                  <a:close/>
                </a:path>
                <a:path w="3838575" h="3833495">
                  <a:moveTo>
                    <a:pt x="3409373" y="794092"/>
                  </a:moveTo>
                  <a:lnTo>
                    <a:pt x="3400987" y="783056"/>
                  </a:lnTo>
                  <a:lnTo>
                    <a:pt x="3392520" y="772082"/>
                  </a:lnTo>
                  <a:lnTo>
                    <a:pt x="3383970" y="761170"/>
                  </a:lnTo>
                  <a:lnTo>
                    <a:pt x="3375339" y="750320"/>
                  </a:lnTo>
                  <a:lnTo>
                    <a:pt x="3418278" y="715902"/>
                  </a:lnTo>
                  <a:lnTo>
                    <a:pt x="3427148" y="723899"/>
                  </a:lnTo>
                  <a:lnTo>
                    <a:pt x="3453610" y="760736"/>
                  </a:lnTo>
                  <a:lnTo>
                    <a:pt x="3409373" y="794092"/>
                  </a:lnTo>
                  <a:close/>
                </a:path>
                <a:path w="3838575" h="3833495">
                  <a:moveTo>
                    <a:pt x="3340015" y="707562"/>
                  </a:moveTo>
                  <a:lnTo>
                    <a:pt x="3330985" y="697035"/>
                  </a:lnTo>
                  <a:lnTo>
                    <a:pt x="3321876" y="686574"/>
                  </a:lnTo>
                  <a:lnTo>
                    <a:pt x="3312689" y="676179"/>
                  </a:lnTo>
                  <a:lnTo>
                    <a:pt x="3303424" y="665851"/>
                  </a:lnTo>
                  <a:lnTo>
                    <a:pt x="3344978" y="628296"/>
                  </a:lnTo>
                  <a:lnTo>
                    <a:pt x="3370025" y="660399"/>
                  </a:lnTo>
                  <a:lnTo>
                    <a:pt x="3379997" y="673521"/>
                  </a:lnTo>
                  <a:lnTo>
                    <a:pt x="3340015" y="707562"/>
                  </a:lnTo>
                  <a:close/>
                </a:path>
                <a:path w="3838575" h="3833495">
                  <a:moveTo>
                    <a:pt x="3265627" y="625253"/>
                  </a:moveTo>
                  <a:lnTo>
                    <a:pt x="3255992" y="615281"/>
                  </a:lnTo>
                  <a:lnTo>
                    <a:pt x="3246284" y="605380"/>
                  </a:lnTo>
                  <a:lnTo>
                    <a:pt x="3236503" y="595551"/>
                  </a:lnTo>
                  <a:lnTo>
                    <a:pt x="3226649" y="585794"/>
                  </a:lnTo>
                  <a:lnTo>
                    <a:pt x="3264323" y="547462"/>
                  </a:lnTo>
                  <a:lnTo>
                    <a:pt x="3278588" y="558799"/>
                  </a:lnTo>
                  <a:lnTo>
                    <a:pt x="3303380" y="589047"/>
                  </a:lnTo>
                  <a:lnTo>
                    <a:pt x="3265627" y="625253"/>
                  </a:lnTo>
                  <a:close/>
                </a:path>
                <a:path w="3838575" h="3833495">
                  <a:moveTo>
                    <a:pt x="3186520" y="547504"/>
                  </a:moveTo>
                  <a:lnTo>
                    <a:pt x="3176307" y="538114"/>
                  </a:lnTo>
                  <a:lnTo>
                    <a:pt x="3166028" y="528801"/>
                  </a:lnTo>
                  <a:lnTo>
                    <a:pt x="3155681" y="519567"/>
                  </a:lnTo>
                  <a:lnTo>
                    <a:pt x="3145267" y="510410"/>
                  </a:lnTo>
                  <a:lnTo>
                    <a:pt x="3180603" y="469923"/>
                  </a:lnTo>
                  <a:lnTo>
                    <a:pt x="3213954" y="495299"/>
                  </a:lnTo>
                  <a:lnTo>
                    <a:pt x="3224013" y="507028"/>
                  </a:lnTo>
                  <a:lnTo>
                    <a:pt x="3186520" y="547504"/>
                  </a:lnTo>
                  <a:close/>
                </a:path>
                <a:path w="3838575" h="3833495">
                  <a:moveTo>
                    <a:pt x="3102924" y="474544"/>
                  </a:moveTo>
                  <a:lnTo>
                    <a:pt x="3092185" y="465784"/>
                  </a:lnTo>
                  <a:lnTo>
                    <a:pt x="3081382" y="457104"/>
                  </a:lnTo>
                  <a:lnTo>
                    <a:pt x="3070516" y="448505"/>
                  </a:lnTo>
                  <a:lnTo>
                    <a:pt x="3059585" y="439985"/>
                  </a:lnTo>
                  <a:lnTo>
                    <a:pt x="3092104" y="397942"/>
                  </a:lnTo>
                  <a:lnTo>
                    <a:pt x="3111765" y="419099"/>
                  </a:lnTo>
                  <a:lnTo>
                    <a:pt x="3134708" y="435873"/>
                  </a:lnTo>
                  <a:lnTo>
                    <a:pt x="3102924" y="474544"/>
                  </a:lnTo>
                  <a:close/>
                </a:path>
                <a:path w="3838575" h="3833495">
                  <a:moveTo>
                    <a:pt x="3015211" y="406703"/>
                  </a:moveTo>
                  <a:lnTo>
                    <a:pt x="3003953" y="398580"/>
                  </a:lnTo>
                  <a:lnTo>
                    <a:pt x="2992637" y="390543"/>
                  </a:lnTo>
                  <a:lnTo>
                    <a:pt x="2981262" y="382591"/>
                  </a:lnTo>
                  <a:lnTo>
                    <a:pt x="2969830" y="374724"/>
                  </a:lnTo>
                  <a:lnTo>
                    <a:pt x="3001303" y="328621"/>
                  </a:lnTo>
                  <a:lnTo>
                    <a:pt x="3003620" y="330199"/>
                  </a:lnTo>
                  <a:lnTo>
                    <a:pt x="3040307" y="355599"/>
                  </a:lnTo>
                  <a:lnTo>
                    <a:pt x="3048284" y="361219"/>
                  </a:lnTo>
                  <a:lnTo>
                    <a:pt x="3015211" y="406703"/>
                  </a:lnTo>
                  <a:close/>
                </a:path>
                <a:path w="3838575" h="3833495">
                  <a:moveTo>
                    <a:pt x="2923610" y="344168"/>
                  </a:moveTo>
                  <a:lnTo>
                    <a:pt x="2911907" y="336739"/>
                  </a:lnTo>
                  <a:lnTo>
                    <a:pt x="2900150" y="329398"/>
                  </a:lnTo>
                  <a:lnTo>
                    <a:pt x="2888338" y="322145"/>
                  </a:lnTo>
                  <a:lnTo>
                    <a:pt x="2876472" y="314979"/>
                  </a:lnTo>
                  <a:lnTo>
                    <a:pt x="2900939" y="274122"/>
                  </a:lnTo>
                  <a:lnTo>
                    <a:pt x="2928399" y="292099"/>
                  </a:lnTo>
                  <a:lnTo>
                    <a:pt x="2951896" y="299970"/>
                  </a:lnTo>
                  <a:lnTo>
                    <a:pt x="2923610" y="344168"/>
                  </a:lnTo>
                  <a:close/>
                </a:path>
                <a:path w="3838575" h="3833495">
                  <a:moveTo>
                    <a:pt x="2828417" y="287168"/>
                  </a:moveTo>
                  <a:lnTo>
                    <a:pt x="2804126" y="273825"/>
                  </a:lnTo>
                  <a:lnTo>
                    <a:pt x="2779643" y="260849"/>
                  </a:lnTo>
                  <a:lnTo>
                    <a:pt x="2804185" y="213698"/>
                  </a:lnTo>
                  <a:lnTo>
                    <a:pt x="2811153" y="215899"/>
                  </a:lnTo>
                  <a:lnTo>
                    <a:pt x="2850805" y="241299"/>
                  </a:lnTo>
                  <a:lnTo>
                    <a:pt x="2853187" y="242859"/>
                  </a:lnTo>
                  <a:lnTo>
                    <a:pt x="2828417" y="287168"/>
                  </a:lnTo>
                  <a:close/>
                </a:path>
                <a:path w="3838575" h="3833495">
                  <a:moveTo>
                    <a:pt x="2730128" y="236008"/>
                  </a:moveTo>
                  <a:lnTo>
                    <a:pt x="2705044" y="224120"/>
                  </a:lnTo>
                  <a:lnTo>
                    <a:pt x="2679788" y="212610"/>
                  </a:lnTo>
                  <a:lnTo>
                    <a:pt x="2699554" y="168365"/>
                  </a:lnTo>
                  <a:lnTo>
                    <a:pt x="2730208" y="177799"/>
                  </a:lnTo>
                  <a:lnTo>
                    <a:pt x="2751759" y="191235"/>
                  </a:lnTo>
                  <a:lnTo>
                    <a:pt x="2730128" y="236008"/>
                  </a:lnTo>
                  <a:close/>
                </a:path>
                <a:path w="3838575" h="3833495">
                  <a:moveTo>
                    <a:pt x="2628793" y="190740"/>
                  </a:moveTo>
                  <a:lnTo>
                    <a:pt x="2603129" y="180409"/>
                  </a:lnTo>
                  <a:lnTo>
                    <a:pt x="2577318" y="170465"/>
                  </a:lnTo>
                  <a:lnTo>
                    <a:pt x="2594770" y="124134"/>
                  </a:lnTo>
                  <a:lnTo>
                    <a:pt x="2647167" y="139699"/>
                  </a:lnTo>
                  <a:lnTo>
                    <a:pt x="2649260" y="140972"/>
                  </a:lnTo>
                  <a:lnTo>
                    <a:pt x="2628793" y="190740"/>
                  </a:lnTo>
                  <a:close/>
                </a:path>
                <a:path w="3838575" h="3833495">
                  <a:moveTo>
                    <a:pt x="2525109" y="151688"/>
                  </a:moveTo>
                  <a:lnTo>
                    <a:pt x="2498731" y="142867"/>
                  </a:lnTo>
                  <a:lnTo>
                    <a:pt x="2472223" y="134444"/>
                  </a:lnTo>
                  <a:lnTo>
                    <a:pt x="2487959" y="83600"/>
                  </a:lnTo>
                  <a:lnTo>
                    <a:pt x="2518913" y="101599"/>
                  </a:lnTo>
                  <a:lnTo>
                    <a:pt x="2540120" y="107899"/>
                  </a:lnTo>
                  <a:lnTo>
                    <a:pt x="2525109" y="151688"/>
                  </a:lnTo>
                  <a:close/>
                </a:path>
                <a:path w="3838575" h="3833495">
                  <a:moveTo>
                    <a:pt x="2419235" y="118907"/>
                  </a:moveTo>
                  <a:lnTo>
                    <a:pt x="2392476" y="111709"/>
                  </a:lnTo>
                  <a:lnTo>
                    <a:pt x="2365607" y="104912"/>
                  </a:lnTo>
                  <a:lnTo>
                    <a:pt x="2376448" y="60668"/>
                  </a:lnTo>
                  <a:lnTo>
                    <a:pt x="2386561" y="63499"/>
                  </a:lnTo>
                  <a:lnTo>
                    <a:pt x="2431111" y="63499"/>
                  </a:lnTo>
                  <a:lnTo>
                    <a:pt x="2434330" y="64426"/>
                  </a:lnTo>
                  <a:lnTo>
                    <a:pt x="2419235" y="118907"/>
                  </a:lnTo>
                  <a:close/>
                </a:path>
                <a:path w="3838575" h="3833495">
                  <a:moveTo>
                    <a:pt x="2311362" y="92481"/>
                  </a:moveTo>
                  <a:lnTo>
                    <a:pt x="2284284" y="86914"/>
                  </a:lnTo>
                  <a:lnTo>
                    <a:pt x="2257115" y="81749"/>
                  </a:lnTo>
                  <a:lnTo>
                    <a:pt x="2266571" y="29904"/>
                  </a:lnTo>
                  <a:lnTo>
                    <a:pt x="2321437" y="45266"/>
                  </a:lnTo>
                  <a:lnTo>
                    <a:pt x="2311362" y="92481"/>
                  </a:lnTo>
                  <a:close/>
                </a:path>
                <a:path w="3838575" h="3833495">
                  <a:moveTo>
                    <a:pt x="2202541" y="72634"/>
                  </a:moveTo>
                  <a:lnTo>
                    <a:pt x="2175027" y="68669"/>
                  </a:lnTo>
                  <a:lnTo>
                    <a:pt x="2147441" y="65112"/>
                  </a:lnTo>
                  <a:lnTo>
                    <a:pt x="2153801" y="12699"/>
                  </a:lnTo>
                  <a:lnTo>
                    <a:pt x="2157874" y="12699"/>
                  </a:lnTo>
                  <a:lnTo>
                    <a:pt x="2204357" y="25399"/>
                  </a:lnTo>
                  <a:lnTo>
                    <a:pt x="2209710" y="25399"/>
                  </a:lnTo>
                  <a:lnTo>
                    <a:pt x="2202541" y="72634"/>
                  </a:lnTo>
                  <a:close/>
                </a:path>
                <a:path w="3838575" h="3833495">
                  <a:moveTo>
                    <a:pt x="1754062" y="58777"/>
                  </a:moveTo>
                  <a:lnTo>
                    <a:pt x="1749520" y="7459"/>
                  </a:lnTo>
                  <a:lnTo>
                    <a:pt x="1777219" y="0"/>
                  </a:lnTo>
                  <a:lnTo>
                    <a:pt x="1805900" y="0"/>
                  </a:lnTo>
                  <a:lnTo>
                    <a:pt x="1809126" y="54719"/>
                  </a:lnTo>
                  <a:lnTo>
                    <a:pt x="1781568" y="56546"/>
                  </a:lnTo>
                  <a:lnTo>
                    <a:pt x="1754062" y="58777"/>
                  </a:lnTo>
                  <a:close/>
                </a:path>
                <a:path w="3838575" h="3833495">
                  <a:moveTo>
                    <a:pt x="2092200" y="59241"/>
                  </a:moveTo>
                  <a:lnTo>
                    <a:pt x="2064717" y="56935"/>
                  </a:lnTo>
                  <a:lnTo>
                    <a:pt x="2037179" y="55033"/>
                  </a:lnTo>
                  <a:lnTo>
                    <a:pt x="2040576" y="0"/>
                  </a:lnTo>
                  <a:lnTo>
                    <a:pt x="2063885" y="0"/>
                  </a:lnTo>
                  <a:lnTo>
                    <a:pt x="2096799" y="8863"/>
                  </a:lnTo>
                  <a:lnTo>
                    <a:pt x="2092584" y="55033"/>
                  </a:lnTo>
                  <a:lnTo>
                    <a:pt x="2092501" y="55934"/>
                  </a:lnTo>
                  <a:lnTo>
                    <a:pt x="2092410" y="56935"/>
                  </a:lnTo>
                  <a:lnTo>
                    <a:pt x="2092309" y="58038"/>
                  </a:lnTo>
                  <a:lnTo>
                    <a:pt x="2092200" y="59241"/>
                  </a:lnTo>
                  <a:close/>
                </a:path>
                <a:path w="3838575" h="3833495">
                  <a:moveTo>
                    <a:pt x="1981715" y="52428"/>
                  </a:moveTo>
                  <a:lnTo>
                    <a:pt x="1967760" y="52030"/>
                  </a:lnTo>
                  <a:lnTo>
                    <a:pt x="1933286" y="51451"/>
                  </a:lnTo>
                  <a:lnTo>
                    <a:pt x="1925832" y="51451"/>
                  </a:lnTo>
                  <a:lnTo>
                    <a:pt x="1925904" y="25399"/>
                  </a:lnTo>
                  <a:lnTo>
                    <a:pt x="1925975" y="0"/>
                  </a:lnTo>
                  <a:lnTo>
                    <a:pt x="1983406" y="0"/>
                  </a:lnTo>
                  <a:lnTo>
                    <a:pt x="1981747" y="51451"/>
                  </a:lnTo>
                  <a:lnTo>
                    <a:pt x="1981715" y="52428"/>
                  </a:lnTo>
                  <a:close/>
                </a:path>
                <a:path w="3838575" h="3833495">
                  <a:moveTo>
                    <a:pt x="1864629" y="52267"/>
                  </a:moveTo>
                  <a:lnTo>
                    <a:pt x="1863090" y="0"/>
                  </a:lnTo>
                  <a:lnTo>
                    <a:pt x="1920552" y="0"/>
                  </a:lnTo>
                  <a:lnTo>
                    <a:pt x="1920552" y="51444"/>
                  </a:lnTo>
                  <a:lnTo>
                    <a:pt x="1911219" y="51444"/>
                  </a:lnTo>
                  <a:lnTo>
                    <a:pt x="1878596" y="51907"/>
                  </a:lnTo>
                  <a:lnTo>
                    <a:pt x="1864629" y="52267"/>
                  </a:lnTo>
                  <a:close/>
                </a:path>
              </a:pathLst>
            </a:custGeom>
            <a:solidFill>
              <a:srgbClr val="8C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34665" y="321372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4655" y="3213734"/>
              <a:ext cx="1929130" cy="3888740"/>
            </a:xfrm>
            <a:custGeom>
              <a:avLst/>
              <a:gdLst/>
              <a:ahLst/>
              <a:cxnLst/>
              <a:rect l="l" t="t" r="r" b="b"/>
              <a:pathLst>
                <a:path w="1929129" h="3888740">
                  <a:moveTo>
                    <a:pt x="381000" y="3697617"/>
                  </a:moveTo>
                  <a:lnTo>
                    <a:pt x="375970" y="3653942"/>
                  </a:lnTo>
                  <a:lnTo>
                    <a:pt x="361645" y="3613848"/>
                  </a:lnTo>
                  <a:lnTo>
                    <a:pt x="339153" y="3578466"/>
                  </a:lnTo>
                  <a:lnTo>
                    <a:pt x="309651" y="3548964"/>
                  </a:lnTo>
                  <a:lnTo>
                    <a:pt x="274281" y="3526485"/>
                  </a:lnTo>
                  <a:lnTo>
                    <a:pt x="234188" y="3512147"/>
                  </a:lnTo>
                  <a:lnTo>
                    <a:pt x="190500" y="3507117"/>
                  </a:lnTo>
                  <a:lnTo>
                    <a:pt x="146824" y="3512147"/>
                  </a:lnTo>
                  <a:lnTo>
                    <a:pt x="106730" y="3526485"/>
                  </a:lnTo>
                  <a:lnTo>
                    <a:pt x="71361" y="3548964"/>
                  </a:lnTo>
                  <a:lnTo>
                    <a:pt x="41859" y="3578466"/>
                  </a:lnTo>
                  <a:lnTo>
                    <a:pt x="19367" y="3613848"/>
                  </a:lnTo>
                  <a:lnTo>
                    <a:pt x="5041" y="3653942"/>
                  </a:lnTo>
                  <a:lnTo>
                    <a:pt x="0" y="3697617"/>
                  </a:lnTo>
                  <a:lnTo>
                    <a:pt x="5041" y="3741305"/>
                  </a:lnTo>
                  <a:lnTo>
                    <a:pt x="19367" y="3781399"/>
                  </a:lnTo>
                  <a:lnTo>
                    <a:pt x="41859" y="3816769"/>
                  </a:lnTo>
                  <a:lnTo>
                    <a:pt x="71361" y="3846271"/>
                  </a:lnTo>
                  <a:lnTo>
                    <a:pt x="106730" y="3868763"/>
                  </a:lnTo>
                  <a:lnTo>
                    <a:pt x="146824" y="3883088"/>
                  </a:lnTo>
                  <a:lnTo>
                    <a:pt x="190500" y="3888117"/>
                  </a:lnTo>
                  <a:lnTo>
                    <a:pt x="234188" y="3883088"/>
                  </a:lnTo>
                  <a:lnTo>
                    <a:pt x="274281" y="3868763"/>
                  </a:lnTo>
                  <a:lnTo>
                    <a:pt x="309651" y="3846271"/>
                  </a:lnTo>
                  <a:lnTo>
                    <a:pt x="339153" y="3816769"/>
                  </a:lnTo>
                  <a:lnTo>
                    <a:pt x="361645" y="3781399"/>
                  </a:lnTo>
                  <a:lnTo>
                    <a:pt x="375970" y="3741305"/>
                  </a:lnTo>
                  <a:lnTo>
                    <a:pt x="381000" y="3697617"/>
                  </a:lnTo>
                  <a:close/>
                </a:path>
                <a:path w="1929129" h="3888740">
                  <a:moveTo>
                    <a:pt x="1929003" y="190500"/>
                  </a:moveTo>
                  <a:lnTo>
                    <a:pt x="1923973" y="146824"/>
                  </a:lnTo>
                  <a:lnTo>
                    <a:pt x="1909635" y="106718"/>
                  </a:lnTo>
                  <a:lnTo>
                    <a:pt x="1887156" y="71348"/>
                  </a:lnTo>
                  <a:lnTo>
                    <a:pt x="1857654" y="41846"/>
                  </a:lnTo>
                  <a:lnTo>
                    <a:pt x="1822284" y="19367"/>
                  </a:lnTo>
                  <a:lnTo>
                    <a:pt x="1782178" y="5029"/>
                  </a:lnTo>
                  <a:lnTo>
                    <a:pt x="1738503" y="0"/>
                  </a:lnTo>
                  <a:lnTo>
                    <a:pt x="1694827" y="5029"/>
                  </a:lnTo>
                  <a:lnTo>
                    <a:pt x="1654721" y="19367"/>
                  </a:lnTo>
                  <a:lnTo>
                    <a:pt x="1619351" y="41846"/>
                  </a:lnTo>
                  <a:lnTo>
                    <a:pt x="1589849" y="71348"/>
                  </a:lnTo>
                  <a:lnTo>
                    <a:pt x="1567370" y="106718"/>
                  </a:lnTo>
                  <a:lnTo>
                    <a:pt x="1553032" y="146824"/>
                  </a:lnTo>
                  <a:lnTo>
                    <a:pt x="1548003" y="190500"/>
                  </a:lnTo>
                  <a:lnTo>
                    <a:pt x="1553032" y="234175"/>
                  </a:lnTo>
                  <a:lnTo>
                    <a:pt x="1567370" y="274281"/>
                  </a:lnTo>
                  <a:lnTo>
                    <a:pt x="1589849" y="309651"/>
                  </a:lnTo>
                  <a:lnTo>
                    <a:pt x="1619351" y="339153"/>
                  </a:lnTo>
                  <a:lnTo>
                    <a:pt x="1654721" y="361632"/>
                  </a:lnTo>
                  <a:lnTo>
                    <a:pt x="1694827" y="375970"/>
                  </a:lnTo>
                  <a:lnTo>
                    <a:pt x="1738503" y="381000"/>
                  </a:lnTo>
                  <a:lnTo>
                    <a:pt x="1782178" y="375970"/>
                  </a:lnTo>
                  <a:lnTo>
                    <a:pt x="1822284" y="361632"/>
                  </a:lnTo>
                  <a:lnTo>
                    <a:pt x="1857654" y="339153"/>
                  </a:lnTo>
                  <a:lnTo>
                    <a:pt x="1887156" y="309651"/>
                  </a:lnTo>
                  <a:lnTo>
                    <a:pt x="1909635" y="274281"/>
                  </a:lnTo>
                  <a:lnTo>
                    <a:pt x="1923973" y="234175"/>
                  </a:lnTo>
                  <a:lnTo>
                    <a:pt x="1929003" y="190500"/>
                  </a:lnTo>
                  <a:close/>
                </a:path>
              </a:pathLst>
            </a:custGeom>
            <a:solidFill>
              <a:srgbClr val="DDA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4048" y="585573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3417" y="4181258"/>
              <a:ext cx="3768090" cy="2055495"/>
            </a:xfrm>
            <a:custGeom>
              <a:avLst/>
              <a:gdLst/>
              <a:ahLst/>
              <a:cxnLst/>
              <a:rect l="l" t="t" r="r" b="b"/>
              <a:pathLst>
                <a:path w="3768090" h="2055495">
                  <a:moveTo>
                    <a:pt x="381000" y="190500"/>
                  </a:moveTo>
                  <a:lnTo>
                    <a:pt x="375970" y="146824"/>
                  </a:lnTo>
                  <a:lnTo>
                    <a:pt x="361645" y="106718"/>
                  </a:lnTo>
                  <a:lnTo>
                    <a:pt x="339153" y="71348"/>
                  </a:lnTo>
                  <a:lnTo>
                    <a:pt x="309651" y="41846"/>
                  </a:lnTo>
                  <a:lnTo>
                    <a:pt x="274281" y="19367"/>
                  </a:lnTo>
                  <a:lnTo>
                    <a:pt x="234188" y="5029"/>
                  </a:lnTo>
                  <a:lnTo>
                    <a:pt x="190500" y="0"/>
                  </a:lnTo>
                  <a:lnTo>
                    <a:pt x="146824" y="5029"/>
                  </a:lnTo>
                  <a:lnTo>
                    <a:pt x="106730" y="19367"/>
                  </a:lnTo>
                  <a:lnTo>
                    <a:pt x="71361" y="41846"/>
                  </a:lnTo>
                  <a:lnTo>
                    <a:pt x="41859" y="71348"/>
                  </a:lnTo>
                  <a:lnTo>
                    <a:pt x="19367" y="106718"/>
                  </a:lnTo>
                  <a:lnTo>
                    <a:pt x="5029" y="146824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81"/>
                  </a:lnTo>
                  <a:lnTo>
                    <a:pt x="41859" y="309651"/>
                  </a:lnTo>
                  <a:lnTo>
                    <a:pt x="71361" y="339153"/>
                  </a:lnTo>
                  <a:lnTo>
                    <a:pt x="106730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88" y="375970"/>
                  </a:lnTo>
                  <a:lnTo>
                    <a:pt x="274281" y="361632"/>
                  </a:lnTo>
                  <a:lnTo>
                    <a:pt x="309651" y="339153"/>
                  </a:lnTo>
                  <a:lnTo>
                    <a:pt x="339153" y="309651"/>
                  </a:lnTo>
                  <a:lnTo>
                    <a:pt x="361645" y="274281"/>
                  </a:lnTo>
                  <a:lnTo>
                    <a:pt x="375970" y="234175"/>
                  </a:lnTo>
                  <a:lnTo>
                    <a:pt x="381000" y="190500"/>
                  </a:lnTo>
                  <a:close/>
                </a:path>
                <a:path w="3768090" h="2055495">
                  <a:moveTo>
                    <a:pt x="3768013" y="1864982"/>
                  </a:moveTo>
                  <a:lnTo>
                    <a:pt x="3762984" y="1821294"/>
                  </a:lnTo>
                  <a:lnTo>
                    <a:pt x="3748646" y="1781200"/>
                  </a:lnTo>
                  <a:lnTo>
                    <a:pt x="3726167" y="1745830"/>
                  </a:lnTo>
                  <a:lnTo>
                    <a:pt x="3696665" y="1716328"/>
                  </a:lnTo>
                  <a:lnTo>
                    <a:pt x="3661295" y="1693837"/>
                  </a:lnTo>
                  <a:lnTo>
                    <a:pt x="3621189" y="1679511"/>
                  </a:lnTo>
                  <a:lnTo>
                    <a:pt x="3577513" y="1674482"/>
                  </a:lnTo>
                  <a:lnTo>
                    <a:pt x="3533838" y="1679511"/>
                  </a:lnTo>
                  <a:lnTo>
                    <a:pt x="3493732" y="1693837"/>
                  </a:lnTo>
                  <a:lnTo>
                    <a:pt x="3458362" y="1716328"/>
                  </a:lnTo>
                  <a:lnTo>
                    <a:pt x="3428860" y="1745830"/>
                  </a:lnTo>
                  <a:lnTo>
                    <a:pt x="3406381" y="1781200"/>
                  </a:lnTo>
                  <a:lnTo>
                    <a:pt x="3392043" y="1821294"/>
                  </a:lnTo>
                  <a:lnTo>
                    <a:pt x="3387013" y="1864982"/>
                  </a:lnTo>
                  <a:lnTo>
                    <a:pt x="3392043" y="1908657"/>
                  </a:lnTo>
                  <a:lnTo>
                    <a:pt x="3406381" y="1948751"/>
                  </a:lnTo>
                  <a:lnTo>
                    <a:pt x="3428860" y="1984133"/>
                  </a:lnTo>
                  <a:lnTo>
                    <a:pt x="3458362" y="2013623"/>
                  </a:lnTo>
                  <a:lnTo>
                    <a:pt x="3493732" y="2036114"/>
                  </a:lnTo>
                  <a:lnTo>
                    <a:pt x="3533838" y="2050453"/>
                  </a:lnTo>
                  <a:lnTo>
                    <a:pt x="3577513" y="2055482"/>
                  </a:lnTo>
                  <a:lnTo>
                    <a:pt x="3621189" y="2050453"/>
                  </a:lnTo>
                  <a:lnTo>
                    <a:pt x="3661295" y="2036114"/>
                  </a:lnTo>
                  <a:lnTo>
                    <a:pt x="3696665" y="2013623"/>
                  </a:lnTo>
                  <a:lnTo>
                    <a:pt x="3726167" y="1984133"/>
                  </a:lnTo>
                  <a:lnTo>
                    <a:pt x="3748646" y="1948751"/>
                  </a:lnTo>
                  <a:lnTo>
                    <a:pt x="3762984" y="1908657"/>
                  </a:lnTo>
                  <a:lnTo>
                    <a:pt x="3768013" y="1864982"/>
                  </a:lnTo>
                  <a:close/>
                </a:path>
              </a:pathLst>
            </a:custGeom>
            <a:solidFill>
              <a:srgbClr val="E366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10438" y="412754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09673" y="672084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245" y="2745532"/>
              <a:ext cx="3648074" cy="44767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89247" y="7252322"/>
            <a:ext cx="7386955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125"/>
              </a:spcBef>
            </a:pPr>
            <a:r>
              <a:rPr sz="8500" b="1" spc="160" dirty="0">
                <a:latin typeface="Tahoma"/>
                <a:cs typeface="Tahoma"/>
              </a:rPr>
              <a:t>MEDINEX</a:t>
            </a:r>
            <a:endParaRPr sz="8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150" b="1" spc="114" dirty="0">
                <a:latin typeface="Tahoma"/>
                <a:cs typeface="Tahoma"/>
              </a:rPr>
              <a:t>Where</a:t>
            </a:r>
            <a:r>
              <a:rPr sz="2150" b="1" spc="90" dirty="0">
                <a:latin typeface="Tahoma"/>
                <a:cs typeface="Tahoma"/>
              </a:rPr>
              <a:t> </a:t>
            </a:r>
            <a:r>
              <a:rPr sz="2150" b="1" spc="75" dirty="0">
                <a:latin typeface="Tahoma"/>
                <a:cs typeface="Tahoma"/>
              </a:rPr>
              <a:t>Medical</a:t>
            </a:r>
            <a:r>
              <a:rPr sz="2150" b="1" spc="90" dirty="0">
                <a:latin typeface="Tahoma"/>
                <a:cs typeface="Tahoma"/>
              </a:rPr>
              <a:t> </a:t>
            </a:r>
            <a:r>
              <a:rPr sz="2150" b="1" dirty="0">
                <a:latin typeface="Tahoma"/>
                <a:cs typeface="Tahoma"/>
              </a:rPr>
              <a:t>Intelligence</a:t>
            </a:r>
            <a:r>
              <a:rPr sz="2150" b="1" spc="90" dirty="0">
                <a:latin typeface="Tahoma"/>
                <a:cs typeface="Tahoma"/>
              </a:rPr>
              <a:t> </a:t>
            </a:r>
            <a:r>
              <a:rPr sz="2150" b="1" spc="75" dirty="0">
                <a:latin typeface="Tahoma"/>
                <a:cs typeface="Tahoma"/>
              </a:rPr>
              <a:t>Meets</a:t>
            </a:r>
            <a:r>
              <a:rPr sz="2150" b="1" spc="90" dirty="0">
                <a:latin typeface="Tahoma"/>
                <a:cs typeface="Tahoma"/>
              </a:rPr>
              <a:t> </a:t>
            </a:r>
            <a:r>
              <a:rPr sz="2150" b="1" spc="-10" dirty="0">
                <a:latin typeface="Tahoma"/>
                <a:cs typeface="Tahoma"/>
              </a:rPr>
              <a:t>Real-</a:t>
            </a:r>
            <a:r>
              <a:rPr sz="2150" b="1" spc="75" dirty="0">
                <a:latin typeface="Tahoma"/>
                <a:cs typeface="Tahoma"/>
              </a:rPr>
              <a:t>World</a:t>
            </a:r>
            <a:r>
              <a:rPr sz="2150" b="1" spc="90" dirty="0">
                <a:latin typeface="Tahoma"/>
                <a:cs typeface="Tahoma"/>
              </a:rPr>
              <a:t> </a:t>
            </a:r>
            <a:r>
              <a:rPr sz="2150" b="1" spc="40" dirty="0">
                <a:latin typeface="Tahoma"/>
                <a:cs typeface="Tahoma"/>
              </a:rPr>
              <a:t>Care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36678" rIns="0" bIns="0" rtlCol="0">
            <a:spAutoFit/>
          </a:bodyPr>
          <a:lstStyle/>
          <a:p>
            <a:pPr marL="5190490">
              <a:lnSpc>
                <a:spcPct val="100000"/>
              </a:lnSpc>
              <a:spcBef>
                <a:spcPts val="105"/>
              </a:spcBef>
            </a:pPr>
            <a:r>
              <a:rPr sz="4100" spc="165" dirty="0">
                <a:solidFill>
                  <a:srgbClr val="1B1B1A"/>
                </a:solidFill>
              </a:rPr>
              <a:t>OUR</a:t>
            </a:r>
            <a:r>
              <a:rPr sz="4100" spc="-40" dirty="0">
                <a:solidFill>
                  <a:srgbClr val="1B1B1A"/>
                </a:solidFill>
              </a:rPr>
              <a:t> </a:t>
            </a:r>
            <a:r>
              <a:rPr sz="4100" spc="-10" dirty="0">
                <a:solidFill>
                  <a:srgbClr val="1B1B1A"/>
                </a:solidFill>
              </a:rPr>
              <a:t>SERVICES</a:t>
            </a:r>
            <a:endParaRPr sz="4100"/>
          </a:p>
        </p:txBody>
      </p:sp>
      <p:sp>
        <p:nvSpPr>
          <p:cNvPr id="19" name="object 19"/>
          <p:cNvSpPr txBox="1"/>
          <p:nvPr/>
        </p:nvSpPr>
        <p:spPr>
          <a:xfrm>
            <a:off x="822535" y="3627709"/>
            <a:ext cx="5079365" cy="4324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spc="-25" dirty="0">
                <a:latin typeface="Verdana"/>
                <a:cs typeface="Verdana"/>
              </a:rPr>
              <a:t>Immersive</a:t>
            </a:r>
            <a:r>
              <a:rPr sz="2650" spc="-190" dirty="0">
                <a:latin typeface="Verdana"/>
                <a:cs typeface="Verdana"/>
              </a:rPr>
              <a:t> </a:t>
            </a:r>
            <a:r>
              <a:rPr sz="2650" spc="75" dirty="0">
                <a:latin typeface="Verdana"/>
                <a:cs typeface="Verdana"/>
              </a:rPr>
              <a:t>Medical</a:t>
            </a:r>
            <a:r>
              <a:rPr sz="2650" spc="-190" dirty="0">
                <a:latin typeface="Verdana"/>
                <a:cs typeface="Verdana"/>
              </a:rPr>
              <a:t> </a:t>
            </a:r>
            <a:r>
              <a:rPr sz="2650" spc="55" dirty="0">
                <a:latin typeface="Verdana"/>
                <a:cs typeface="Verdana"/>
              </a:rPr>
              <a:t>Education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86868" y="3633387"/>
            <a:ext cx="490728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-140" dirty="0">
                <a:latin typeface="Verdana"/>
                <a:cs typeface="Verdana"/>
              </a:rPr>
              <a:t>AI-</a:t>
            </a:r>
            <a:r>
              <a:rPr sz="2250" spc="80" dirty="0">
                <a:latin typeface="Verdana"/>
                <a:cs typeface="Verdana"/>
              </a:rPr>
              <a:t>Augmented</a:t>
            </a:r>
            <a:r>
              <a:rPr sz="2250" spc="-85" dirty="0">
                <a:latin typeface="Verdana"/>
                <a:cs typeface="Verdana"/>
              </a:rPr>
              <a:t> </a:t>
            </a:r>
            <a:r>
              <a:rPr sz="2250" dirty="0">
                <a:latin typeface="Verdana"/>
                <a:cs typeface="Verdana"/>
              </a:rPr>
              <a:t>Clinical</a:t>
            </a:r>
            <a:r>
              <a:rPr sz="2250" spc="-85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Reasoning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3773" y="5973219"/>
            <a:ext cx="3784600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00" dirty="0">
                <a:latin typeface="Verdana"/>
                <a:cs typeface="Verdana"/>
              </a:rPr>
              <a:t>Clinical</a:t>
            </a:r>
            <a:r>
              <a:rPr sz="2700" spc="-5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Infrastructure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59546" y="5819732"/>
            <a:ext cx="396240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10" dirty="0">
                <a:latin typeface="Verdana"/>
                <a:cs typeface="Verdana"/>
              </a:rPr>
              <a:t>Collaborative</a:t>
            </a:r>
            <a:r>
              <a:rPr sz="2450" spc="-114" dirty="0">
                <a:latin typeface="Verdana"/>
                <a:cs typeface="Verdana"/>
              </a:rPr>
              <a:t> </a:t>
            </a:r>
            <a:r>
              <a:rPr sz="2450" spc="60" dirty="0">
                <a:latin typeface="Verdana"/>
                <a:cs typeface="Verdana"/>
              </a:rPr>
              <a:t>Knowledge</a:t>
            </a:r>
            <a:endParaRPr sz="24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1532" y="2285101"/>
            <a:ext cx="3651885" cy="876300"/>
            <a:chOff x="7241532" y="2285101"/>
            <a:chExt cx="3651885" cy="876300"/>
          </a:xfrm>
        </p:grpSpPr>
        <p:sp>
          <p:nvSpPr>
            <p:cNvPr id="24" name="object 24"/>
            <p:cNvSpPr/>
            <p:nvPr/>
          </p:nvSpPr>
          <p:spPr>
            <a:xfrm>
              <a:off x="7260582" y="2304151"/>
              <a:ext cx="1798320" cy="817880"/>
            </a:xfrm>
            <a:custGeom>
              <a:avLst/>
              <a:gdLst/>
              <a:ahLst/>
              <a:cxnLst/>
              <a:rect l="l" t="t" r="r" b="b"/>
              <a:pathLst>
                <a:path w="1798320" h="817880">
                  <a:moveTo>
                    <a:pt x="1798239" y="0"/>
                  </a:moveTo>
                  <a:lnTo>
                    <a:pt x="0" y="81728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60582" y="3037881"/>
              <a:ext cx="93345" cy="104139"/>
            </a:xfrm>
            <a:custGeom>
              <a:avLst/>
              <a:gdLst/>
              <a:ahLst/>
              <a:cxnLst/>
              <a:rect l="l" t="t" r="r" b="b"/>
              <a:pathLst>
                <a:path w="93345" h="104139">
                  <a:moveTo>
                    <a:pt x="93017" y="104056"/>
                  </a:moveTo>
                  <a:lnTo>
                    <a:pt x="0" y="83557"/>
                  </a:lnTo>
                  <a:lnTo>
                    <a:pt x="45724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74087" y="2322294"/>
              <a:ext cx="1800225" cy="718820"/>
            </a:xfrm>
            <a:custGeom>
              <a:avLst/>
              <a:gdLst/>
              <a:ahLst/>
              <a:cxnLst/>
              <a:rect l="l" t="t" r="r" b="b"/>
              <a:pathLst>
                <a:path w="1800225" h="718819">
                  <a:moveTo>
                    <a:pt x="0" y="0"/>
                  </a:moveTo>
                  <a:lnTo>
                    <a:pt x="1799932" y="71850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82062" y="2959476"/>
              <a:ext cx="92075" cy="106680"/>
            </a:xfrm>
            <a:custGeom>
              <a:avLst/>
              <a:gdLst/>
              <a:ahLst/>
              <a:cxnLst/>
              <a:rect l="l" t="t" r="r" b="b"/>
              <a:pathLst>
                <a:path w="92075" h="106680">
                  <a:moveTo>
                    <a:pt x="42375" y="0"/>
                  </a:moveTo>
                  <a:lnTo>
                    <a:pt x="91957" y="81327"/>
                  </a:lnTo>
                  <a:lnTo>
                    <a:pt x="0" y="1061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5463" y="2493098"/>
            <a:ext cx="5875020" cy="2006600"/>
          </a:xfrm>
          <a:custGeom>
            <a:avLst/>
            <a:gdLst/>
            <a:ahLst/>
            <a:cxnLst/>
            <a:rect l="l" t="t" r="r" b="b"/>
            <a:pathLst>
              <a:path w="5875020" h="2006600">
                <a:moveTo>
                  <a:pt x="4945628" y="2006268"/>
                </a:moveTo>
                <a:lnTo>
                  <a:pt x="260447" y="2006268"/>
                </a:lnTo>
                <a:lnTo>
                  <a:pt x="210943" y="2001531"/>
                </a:lnTo>
                <a:lnTo>
                  <a:pt x="163846" y="1987725"/>
                </a:lnTo>
                <a:lnTo>
                  <a:pt x="120338" y="1965452"/>
                </a:lnTo>
                <a:lnTo>
                  <a:pt x="81600" y="1935318"/>
                </a:lnTo>
                <a:lnTo>
                  <a:pt x="48811" y="1897928"/>
                </a:lnTo>
                <a:lnTo>
                  <a:pt x="23708" y="1854998"/>
                </a:lnTo>
                <a:lnTo>
                  <a:pt x="7371" y="1808718"/>
                </a:lnTo>
                <a:lnTo>
                  <a:pt x="0" y="1760400"/>
                </a:lnTo>
                <a:lnTo>
                  <a:pt x="1794" y="1711354"/>
                </a:lnTo>
                <a:lnTo>
                  <a:pt x="12956" y="1662892"/>
                </a:lnTo>
                <a:lnTo>
                  <a:pt x="452795" y="343375"/>
                </a:lnTo>
                <a:lnTo>
                  <a:pt x="470717" y="297271"/>
                </a:lnTo>
                <a:lnTo>
                  <a:pt x="492754" y="253732"/>
                </a:lnTo>
                <a:lnTo>
                  <a:pt x="518635" y="212953"/>
                </a:lnTo>
                <a:lnTo>
                  <a:pt x="548089" y="175131"/>
                </a:lnTo>
                <a:lnTo>
                  <a:pt x="580844" y="140460"/>
                </a:lnTo>
                <a:lnTo>
                  <a:pt x="616630" y="109136"/>
                </a:lnTo>
                <a:lnTo>
                  <a:pt x="655175" y="81354"/>
                </a:lnTo>
                <a:lnTo>
                  <a:pt x="696208" y="57310"/>
                </a:lnTo>
                <a:lnTo>
                  <a:pt x="739458" y="37199"/>
                </a:lnTo>
                <a:lnTo>
                  <a:pt x="784654" y="21218"/>
                </a:lnTo>
                <a:lnTo>
                  <a:pt x="831524" y="9560"/>
                </a:lnTo>
                <a:lnTo>
                  <a:pt x="879798" y="2422"/>
                </a:lnTo>
                <a:lnTo>
                  <a:pt x="929203" y="0"/>
                </a:lnTo>
                <a:lnTo>
                  <a:pt x="5614385" y="0"/>
                </a:lnTo>
                <a:lnTo>
                  <a:pt x="5663889" y="4736"/>
                </a:lnTo>
                <a:lnTo>
                  <a:pt x="5710986" y="18543"/>
                </a:lnTo>
                <a:lnTo>
                  <a:pt x="5754494" y="40816"/>
                </a:lnTo>
                <a:lnTo>
                  <a:pt x="5793232" y="70949"/>
                </a:lnTo>
                <a:lnTo>
                  <a:pt x="5826020" y="108340"/>
                </a:lnTo>
                <a:lnTo>
                  <a:pt x="5851124" y="151269"/>
                </a:lnTo>
                <a:lnTo>
                  <a:pt x="5867461" y="197549"/>
                </a:lnTo>
                <a:lnTo>
                  <a:pt x="5874832" y="245868"/>
                </a:lnTo>
                <a:lnTo>
                  <a:pt x="5873037" y="294914"/>
                </a:lnTo>
                <a:lnTo>
                  <a:pt x="5861876" y="343375"/>
                </a:lnTo>
                <a:lnTo>
                  <a:pt x="5422037" y="1662892"/>
                </a:lnTo>
                <a:lnTo>
                  <a:pt x="5404115" y="1708996"/>
                </a:lnTo>
                <a:lnTo>
                  <a:pt x="5382078" y="1752536"/>
                </a:lnTo>
                <a:lnTo>
                  <a:pt x="5356197" y="1793314"/>
                </a:lnTo>
                <a:lnTo>
                  <a:pt x="5326743" y="1831137"/>
                </a:lnTo>
                <a:lnTo>
                  <a:pt x="5293988" y="1865808"/>
                </a:lnTo>
                <a:lnTo>
                  <a:pt x="5258202" y="1897132"/>
                </a:lnTo>
                <a:lnTo>
                  <a:pt x="5219657" y="1924914"/>
                </a:lnTo>
                <a:lnTo>
                  <a:pt x="5178624" y="1948958"/>
                </a:lnTo>
                <a:lnTo>
                  <a:pt x="5135374" y="1969068"/>
                </a:lnTo>
                <a:lnTo>
                  <a:pt x="5090178" y="1985050"/>
                </a:lnTo>
                <a:lnTo>
                  <a:pt x="5043308" y="1996707"/>
                </a:lnTo>
                <a:lnTo>
                  <a:pt x="4995034" y="2003845"/>
                </a:lnTo>
                <a:lnTo>
                  <a:pt x="4945628" y="2006268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9557" y="2899479"/>
            <a:ext cx="4706620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1245">
              <a:lnSpc>
                <a:spcPct val="114599"/>
              </a:lnSpc>
              <a:spcBef>
                <a:spcPts val="100"/>
              </a:spcBef>
            </a:pPr>
            <a:r>
              <a:rPr sz="3000" b="1" spc="135" dirty="0">
                <a:solidFill>
                  <a:srgbClr val="383636"/>
                </a:solidFill>
                <a:latin typeface="Tahoma"/>
                <a:cs typeface="Tahoma"/>
              </a:rPr>
              <a:t>YourPhysio- </a:t>
            </a:r>
            <a:r>
              <a:rPr sz="3000" b="1" spc="180" dirty="0">
                <a:solidFill>
                  <a:srgbClr val="383636"/>
                </a:solidFill>
                <a:latin typeface="Tahoma"/>
                <a:cs typeface="Tahoma"/>
              </a:rPr>
              <a:t>Remote</a:t>
            </a:r>
            <a:r>
              <a:rPr sz="3000" b="1" spc="17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3000" b="1" spc="150" dirty="0">
                <a:solidFill>
                  <a:srgbClr val="383636"/>
                </a:solidFill>
                <a:latin typeface="Tahoma"/>
                <a:cs typeface="Tahoma"/>
              </a:rPr>
              <a:t>Consultations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89426" y="2347491"/>
            <a:ext cx="5497195" cy="2006600"/>
          </a:xfrm>
          <a:custGeom>
            <a:avLst/>
            <a:gdLst/>
            <a:ahLst/>
            <a:cxnLst/>
            <a:rect l="l" t="t" r="r" b="b"/>
            <a:pathLst>
              <a:path w="5497194" h="2006600">
                <a:moveTo>
                  <a:pt x="4567866" y="2006268"/>
                </a:moveTo>
                <a:lnTo>
                  <a:pt x="260447" y="2006268"/>
                </a:lnTo>
                <a:lnTo>
                  <a:pt x="210942" y="2001531"/>
                </a:lnTo>
                <a:lnTo>
                  <a:pt x="163846" y="1987725"/>
                </a:lnTo>
                <a:lnTo>
                  <a:pt x="120337" y="1965452"/>
                </a:lnTo>
                <a:lnTo>
                  <a:pt x="81598" y="1935318"/>
                </a:lnTo>
                <a:lnTo>
                  <a:pt x="48810" y="1897928"/>
                </a:lnTo>
                <a:lnTo>
                  <a:pt x="23707" y="1854998"/>
                </a:lnTo>
                <a:lnTo>
                  <a:pt x="7370" y="1808718"/>
                </a:lnTo>
                <a:lnTo>
                  <a:pt x="0" y="1760400"/>
                </a:lnTo>
                <a:lnTo>
                  <a:pt x="1795" y="1711354"/>
                </a:lnTo>
                <a:lnTo>
                  <a:pt x="12956" y="1662892"/>
                </a:lnTo>
                <a:lnTo>
                  <a:pt x="452793" y="343375"/>
                </a:lnTo>
                <a:lnTo>
                  <a:pt x="470715" y="297271"/>
                </a:lnTo>
                <a:lnTo>
                  <a:pt x="492752" y="253732"/>
                </a:lnTo>
                <a:lnTo>
                  <a:pt x="518633" y="212953"/>
                </a:lnTo>
                <a:lnTo>
                  <a:pt x="548087" y="175131"/>
                </a:lnTo>
                <a:lnTo>
                  <a:pt x="580843" y="140460"/>
                </a:lnTo>
                <a:lnTo>
                  <a:pt x="616629" y="109136"/>
                </a:lnTo>
                <a:lnTo>
                  <a:pt x="655174" y="81354"/>
                </a:lnTo>
                <a:lnTo>
                  <a:pt x="696207" y="57310"/>
                </a:lnTo>
                <a:lnTo>
                  <a:pt x="739457" y="37199"/>
                </a:lnTo>
                <a:lnTo>
                  <a:pt x="784653" y="21218"/>
                </a:lnTo>
                <a:lnTo>
                  <a:pt x="831523" y="9560"/>
                </a:lnTo>
                <a:lnTo>
                  <a:pt x="879797" y="2422"/>
                </a:lnTo>
                <a:lnTo>
                  <a:pt x="929203" y="0"/>
                </a:lnTo>
                <a:lnTo>
                  <a:pt x="5236622" y="0"/>
                </a:lnTo>
                <a:lnTo>
                  <a:pt x="5286126" y="4736"/>
                </a:lnTo>
                <a:lnTo>
                  <a:pt x="5333222" y="18543"/>
                </a:lnTo>
                <a:lnTo>
                  <a:pt x="5376730" y="40816"/>
                </a:lnTo>
                <a:lnTo>
                  <a:pt x="5415468" y="70949"/>
                </a:lnTo>
                <a:lnTo>
                  <a:pt x="5448257" y="108340"/>
                </a:lnTo>
                <a:lnTo>
                  <a:pt x="5473360" y="151269"/>
                </a:lnTo>
                <a:lnTo>
                  <a:pt x="5489697" y="197549"/>
                </a:lnTo>
                <a:lnTo>
                  <a:pt x="5497069" y="245868"/>
                </a:lnTo>
                <a:lnTo>
                  <a:pt x="5495274" y="294914"/>
                </a:lnTo>
                <a:lnTo>
                  <a:pt x="5484113" y="343375"/>
                </a:lnTo>
                <a:lnTo>
                  <a:pt x="5044273" y="1662892"/>
                </a:lnTo>
                <a:lnTo>
                  <a:pt x="5026351" y="1708997"/>
                </a:lnTo>
                <a:lnTo>
                  <a:pt x="5004314" y="1752536"/>
                </a:lnTo>
                <a:lnTo>
                  <a:pt x="4978433" y="1793314"/>
                </a:lnTo>
                <a:lnTo>
                  <a:pt x="4948980" y="1831137"/>
                </a:lnTo>
                <a:lnTo>
                  <a:pt x="4916224" y="1865808"/>
                </a:lnTo>
                <a:lnTo>
                  <a:pt x="4880438" y="1897132"/>
                </a:lnTo>
                <a:lnTo>
                  <a:pt x="4841893" y="1924914"/>
                </a:lnTo>
                <a:lnTo>
                  <a:pt x="4800860" y="1948957"/>
                </a:lnTo>
                <a:lnTo>
                  <a:pt x="4757610" y="1969068"/>
                </a:lnTo>
                <a:lnTo>
                  <a:pt x="4712415" y="1985050"/>
                </a:lnTo>
                <a:lnTo>
                  <a:pt x="4665545" y="1996707"/>
                </a:lnTo>
                <a:lnTo>
                  <a:pt x="4617271" y="2003845"/>
                </a:lnTo>
                <a:lnTo>
                  <a:pt x="4567866" y="2006268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582" y="2493098"/>
            <a:ext cx="5517515" cy="2006600"/>
          </a:xfrm>
          <a:custGeom>
            <a:avLst/>
            <a:gdLst/>
            <a:ahLst/>
            <a:cxnLst/>
            <a:rect l="l" t="t" r="r" b="b"/>
            <a:pathLst>
              <a:path w="5517515" h="2006600">
                <a:moveTo>
                  <a:pt x="4662742" y="2006268"/>
                </a:moveTo>
                <a:lnTo>
                  <a:pt x="270556" y="2006268"/>
                </a:lnTo>
                <a:lnTo>
                  <a:pt x="220068" y="2001537"/>
                </a:lnTo>
                <a:lnTo>
                  <a:pt x="171937" y="1987733"/>
                </a:lnTo>
                <a:lnTo>
                  <a:pt x="127326" y="1965435"/>
                </a:lnTo>
                <a:lnTo>
                  <a:pt x="87396" y="1935224"/>
                </a:lnTo>
                <a:lnTo>
                  <a:pt x="53308" y="1897681"/>
                </a:lnTo>
                <a:lnTo>
                  <a:pt x="26788" y="1854459"/>
                </a:lnTo>
                <a:lnTo>
                  <a:pt x="8941" y="1807676"/>
                </a:lnTo>
                <a:lnTo>
                  <a:pt x="0" y="1758611"/>
                </a:lnTo>
                <a:lnTo>
                  <a:pt x="197" y="1708540"/>
                </a:lnTo>
                <a:lnTo>
                  <a:pt x="9765" y="1658742"/>
                </a:lnTo>
                <a:lnTo>
                  <a:pt x="391437" y="347526"/>
                </a:lnTo>
                <a:lnTo>
                  <a:pt x="407508" y="301183"/>
                </a:lnTo>
                <a:lnTo>
                  <a:pt x="427869" y="257335"/>
                </a:lnTo>
                <a:lnTo>
                  <a:pt x="452240" y="216191"/>
                </a:lnTo>
                <a:lnTo>
                  <a:pt x="480337" y="177965"/>
                </a:lnTo>
                <a:lnTo>
                  <a:pt x="511882" y="142866"/>
                </a:lnTo>
                <a:lnTo>
                  <a:pt x="546591" y="111105"/>
                </a:lnTo>
                <a:lnTo>
                  <a:pt x="584184" y="82895"/>
                </a:lnTo>
                <a:lnTo>
                  <a:pt x="624379" y="58445"/>
                </a:lnTo>
                <a:lnTo>
                  <a:pt x="666895" y="37968"/>
                </a:lnTo>
                <a:lnTo>
                  <a:pt x="711452" y="21673"/>
                </a:lnTo>
                <a:lnTo>
                  <a:pt x="757766" y="9773"/>
                </a:lnTo>
                <a:lnTo>
                  <a:pt x="805558" y="2478"/>
                </a:lnTo>
                <a:lnTo>
                  <a:pt x="854546" y="0"/>
                </a:lnTo>
                <a:lnTo>
                  <a:pt x="5246731" y="0"/>
                </a:lnTo>
                <a:lnTo>
                  <a:pt x="5297220" y="4730"/>
                </a:lnTo>
                <a:lnTo>
                  <a:pt x="5345350" y="18535"/>
                </a:lnTo>
                <a:lnTo>
                  <a:pt x="5389961" y="40833"/>
                </a:lnTo>
                <a:lnTo>
                  <a:pt x="5429891" y="71044"/>
                </a:lnTo>
                <a:lnTo>
                  <a:pt x="5463979" y="108587"/>
                </a:lnTo>
                <a:lnTo>
                  <a:pt x="5490499" y="151809"/>
                </a:lnTo>
                <a:lnTo>
                  <a:pt x="5508347" y="198591"/>
                </a:lnTo>
                <a:lnTo>
                  <a:pt x="5517288" y="247657"/>
                </a:lnTo>
                <a:lnTo>
                  <a:pt x="5517091" y="297727"/>
                </a:lnTo>
                <a:lnTo>
                  <a:pt x="5507522" y="347526"/>
                </a:lnTo>
                <a:lnTo>
                  <a:pt x="5125851" y="1658742"/>
                </a:lnTo>
                <a:lnTo>
                  <a:pt x="5109780" y="1705085"/>
                </a:lnTo>
                <a:lnTo>
                  <a:pt x="5089418" y="1748933"/>
                </a:lnTo>
                <a:lnTo>
                  <a:pt x="5065048" y="1790076"/>
                </a:lnTo>
                <a:lnTo>
                  <a:pt x="5036950" y="1828303"/>
                </a:lnTo>
                <a:lnTo>
                  <a:pt x="5005406" y="1863402"/>
                </a:lnTo>
                <a:lnTo>
                  <a:pt x="4970697" y="1895162"/>
                </a:lnTo>
                <a:lnTo>
                  <a:pt x="4933104" y="1923373"/>
                </a:lnTo>
                <a:lnTo>
                  <a:pt x="4892908" y="1947822"/>
                </a:lnTo>
                <a:lnTo>
                  <a:pt x="4850392" y="1968300"/>
                </a:lnTo>
                <a:lnTo>
                  <a:pt x="4805836" y="1984594"/>
                </a:lnTo>
                <a:lnTo>
                  <a:pt x="4759521" y="1996494"/>
                </a:lnTo>
                <a:lnTo>
                  <a:pt x="4711729" y="2003789"/>
                </a:lnTo>
                <a:lnTo>
                  <a:pt x="4662742" y="2006268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435" y="4961491"/>
            <a:ext cx="5457824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74763" y="7909253"/>
            <a:ext cx="68770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b="1" spc="50" dirty="0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39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230" rIns="0" bIns="0" rtlCol="0">
            <a:spAutoFit/>
          </a:bodyPr>
          <a:lstStyle/>
          <a:p>
            <a:pPr marL="3239770">
              <a:lnSpc>
                <a:spcPct val="100000"/>
              </a:lnSpc>
              <a:spcBef>
                <a:spcPts val="100"/>
              </a:spcBef>
            </a:pPr>
            <a:r>
              <a:rPr sz="5500" spc="155" dirty="0"/>
              <a:t>Competitor</a:t>
            </a:r>
            <a:r>
              <a:rPr sz="5500" spc="-45" dirty="0"/>
              <a:t> </a:t>
            </a:r>
            <a:r>
              <a:rPr sz="5500" spc="105" dirty="0"/>
              <a:t>Analysis</a:t>
            </a:r>
            <a:endParaRPr sz="5500"/>
          </a:p>
        </p:txBody>
      </p:sp>
      <p:sp>
        <p:nvSpPr>
          <p:cNvPr id="10" name="object 10"/>
          <p:cNvSpPr txBox="1"/>
          <p:nvPr/>
        </p:nvSpPr>
        <p:spPr>
          <a:xfrm>
            <a:off x="814804" y="2902488"/>
            <a:ext cx="445706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7195" marR="5080" indent="-1675130">
              <a:lnSpc>
                <a:spcPct val="114599"/>
              </a:lnSpc>
              <a:spcBef>
                <a:spcPts val="100"/>
              </a:spcBef>
            </a:pPr>
            <a:r>
              <a:rPr sz="3000" b="1" dirty="0">
                <a:solidFill>
                  <a:srgbClr val="383636"/>
                </a:solidFill>
                <a:latin typeface="Tahoma"/>
                <a:cs typeface="Tahoma"/>
              </a:rPr>
              <a:t>Portea-</a:t>
            </a:r>
            <a:r>
              <a:rPr sz="3000" b="1" spc="70" dirty="0">
                <a:solidFill>
                  <a:srgbClr val="383636"/>
                </a:solidFill>
                <a:latin typeface="Tahoma"/>
                <a:cs typeface="Tahoma"/>
              </a:rPr>
              <a:t>Physical</a:t>
            </a:r>
            <a:r>
              <a:rPr sz="3000" b="1" spc="21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3000" b="1" spc="120" dirty="0">
                <a:solidFill>
                  <a:srgbClr val="383636"/>
                </a:solidFill>
                <a:latin typeface="Tahoma"/>
                <a:cs typeface="Tahoma"/>
              </a:rPr>
              <a:t>Home </a:t>
            </a:r>
            <a:r>
              <a:rPr sz="3000" b="1" spc="-10" dirty="0">
                <a:solidFill>
                  <a:srgbClr val="383636"/>
                </a:solidFill>
                <a:latin typeface="Tahoma"/>
                <a:cs typeface="Tahoma"/>
              </a:rPr>
              <a:t>Visits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98004" y="2513994"/>
            <a:ext cx="387985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2040" marR="5080" indent="-1069975">
              <a:lnSpc>
                <a:spcPct val="114599"/>
              </a:lnSpc>
              <a:spcBef>
                <a:spcPts val="100"/>
              </a:spcBef>
            </a:pPr>
            <a:r>
              <a:rPr sz="3000" spc="-220" dirty="0">
                <a:solidFill>
                  <a:srgbClr val="383636"/>
                </a:solidFill>
                <a:latin typeface="Arial Black"/>
                <a:cs typeface="Arial Black"/>
              </a:rPr>
              <a:t>Practo</a:t>
            </a:r>
            <a:r>
              <a:rPr sz="3000" spc="-265" dirty="0">
                <a:solidFill>
                  <a:srgbClr val="383636"/>
                </a:solidFill>
                <a:latin typeface="Arial Black"/>
                <a:cs typeface="Arial Black"/>
              </a:rPr>
              <a:t> </a:t>
            </a:r>
            <a:r>
              <a:rPr sz="3000" spc="150" dirty="0">
                <a:solidFill>
                  <a:srgbClr val="383636"/>
                </a:solidFill>
                <a:latin typeface="Arial Black"/>
                <a:cs typeface="Arial Black"/>
              </a:rPr>
              <a:t>-</a:t>
            </a:r>
            <a:r>
              <a:rPr sz="3000" spc="-260" dirty="0">
                <a:solidFill>
                  <a:srgbClr val="383636"/>
                </a:solidFill>
                <a:latin typeface="Arial Black"/>
                <a:cs typeface="Arial Black"/>
              </a:rPr>
              <a:t> </a:t>
            </a:r>
            <a:r>
              <a:rPr sz="3000" spc="-225" dirty="0">
                <a:solidFill>
                  <a:srgbClr val="383636"/>
                </a:solidFill>
                <a:latin typeface="Arial Black"/>
                <a:cs typeface="Arial Black"/>
              </a:rPr>
              <a:t>Booking</a:t>
            </a:r>
            <a:r>
              <a:rPr sz="3000" spc="-265" dirty="0">
                <a:solidFill>
                  <a:srgbClr val="383636"/>
                </a:solidFill>
                <a:latin typeface="Arial Black"/>
                <a:cs typeface="Arial Black"/>
              </a:rPr>
              <a:t> </a:t>
            </a:r>
            <a:r>
              <a:rPr sz="3000" spc="-114" dirty="0">
                <a:solidFill>
                  <a:srgbClr val="383636"/>
                </a:solidFill>
                <a:latin typeface="Arial Black"/>
                <a:cs typeface="Arial Black"/>
              </a:rPr>
              <a:t>and </a:t>
            </a:r>
            <a:r>
              <a:rPr sz="3000" spc="-65" dirty="0">
                <a:solidFill>
                  <a:srgbClr val="383636"/>
                </a:solidFill>
                <a:latin typeface="Arial Black"/>
                <a:cs typeface="Arial Black"/>
              </a:rPr>
              <a:t>General </a:t>
            </a:r>
            <a:r>
              <a:rPr sz="3000" spc="-60" dirty="0">
                <a:solidFill>
                  <a:srgbClr val="383636"/>
                </a:solidFill>
                <a:latin typeface="Arial Black"/>
                <a:cs typeface="Arial Black"/>
              </a:rPr>
              <a:t>Medicine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1649" y="5505936"/>
            <a:ext cx="39014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185" dirty="0">
                <a:solidFill>
                  <a:srgbClr val="383636"/>
                </a:solidFill>
                <a:latin typeface="Tahoma"/>
                <a:cs typeface="Tahoma"/>
              </a:rPr>
              <a:t>Why</a:t>
            </a:r>
            <a:r>
              <a:rPr sz="3000" b="1" spc="-2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3000" b="1" spc="80" dirty="0">
                <a:solidFill>
                  <a:srgbClr val="383636"/>
                </a:solidFill>
                <a:latin typeface="Tahoma"/>
                <a:cs typeface="Tahoma"/>
              </a:rPr>
              <a:t>Medinex</a:t>
            </a:r>
            <a:r>
              <a:rPr sz="3000" b="1" spc="-2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3000" b="1" spc="110" dirty="0">
                <a:solidFill>
                  <a:srgbClr val="383636"/>
                </a:solidFill>
                <a:latin typeface="Tahoma"/>
                <a:cs typeface="Tahoma"/>
              </a:rPr>
              <a:t>Wins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7124" y="6728438"/>
            <a:ext cx="16802100" cy="2905125"/>
          </a:xfrm>
          <a:custGeom>
            <a:avLst/>
            <a:gdLst/>
            <a:ahLst/>
            <a:cxnLst/>
            <a:rect l="l" t="t" r="r" b="b"/>
            <a:pathLst>
              <a:path w="16802100" h="2905125">
                <a:moveTo>
                  <a:pt x="15845446" y="2904579"/>
                </a:moveTo>
                <a:lnTo>
                  <a:pt x="287792" y="2904579"/>
                </a:lnTo>
                <a:lnTo>
                  <a:pt x="235895" y="2899869"/>
                </a:lnTo>
                <a:lnTo>
                  <a:pt x="186276" y="2886101"/>
                </a:lnTo>
                <a:lnTo>
                  <a:pt x="140066" y="2863820"/>
                </a:lnTo>
                <a:lnTo>
                  <a:pt x="98393" y="2833571"/>
                </a:lnTo>
                <a:lnTo>
                  <a:pt x="62389" y="2795899"/>
                </a:lnTo>
                <a:lnTo>
                  <a:pt x="33755" y="2752360"/>
                </a:lnTo>
                <a:lnTo>
                  <a:pt x="13628" y="2704963"/>
                </a:lnTo>
                <a:lnTo>
                  <a:pt x="2283" y="2654932"/>
                </a:lnTo>
                <a:lnTo>
                  <a:pt x="0" y="2603489"/>
                </a:lnTo>
                <a:lnTo>
                  <a:pt x="7054" y="2551858"/>
                </a:lnTo>
                <a:lnTo>
                  <a:pt x="513387" y="352721"/>
                </a:lnTo>
                <a:lnTo>
                  <a:pt x="526726" y="306188"/>
                </a:lnTo>
                <a:lnTo>
                  <a:pt x="544606" y="262025"/>
                </a:lnTo>
                <a:lnTo>
                  <a:pt x="566732" y="220469"/>
                </a:lnTo>
                <a:lnTo>
                  <a:pt x="592810" y="181755"/>
                </a:lnTo>
                <a:lnTo>
                  <a:pt x="622543" y="146117"/>
                </a:lnTo>
                <a:lnTo>
                  <a:pt x="655636" y="113791"/>
                </a:lnTo>
                <a:lnTo>
                  <a:pt x="691794" y="85013"/>
                </a:lnTo>
                <a:lnTo>
                  <a:pt x="730721" y="60016"/>
                </a:lnTo>
                <a:lnTo>
                  <a:pt x="772121" y="39037"/>
                </a:lnTo>
                <a:lnTo>
                  <a:pt x="815699" y="22311"/>
                </a:lnTo>
                <a:lnTo>
                  <a:pt x="861160" y="10073"/>
                </a:lnTo>
                <a:lnTo>
                  <a:pt x="908208" y="2557"/>
                </a:lnTo>
                <a:lnTo>
                  <a:pt x="956548" y="0"/>
                </a:lnTo>
                <a:lnTo>
                  <a:pt x="16514202" y="0"/>
                </a:lnTo>
                <a:lnTo>
                  <a:pt x="16566100" y="4710"/>
                </a:lnTo>
                <a:lnTo>
                  <a:pt x="16615718" y="18478"/>
                </a:lnTo>
                <a:lnTo>
                  <a:pt x="16661929" y="40759"/>
                </a:lnTo>
                <a:lnTo>
                  <a:pt x="16703601" y="71008"/>
                </a:lnTo>
                <a:lnTo>
                  <a:pt x="16739606" y="108680"/>
                </a:lnTo>
                <a:lnTo>
                  <a:pt x="16768239" y="152219"/>
                </a:lnTo>
                <a:lnTo>
                  <a:pt x="16788366" y="199616"/>
                </a:lnTo>
                <a:lnTo>
                  <a:pt x="16799710" y="249647"/>
                </a:lnTo>
                <a:lnTo>
                  <a:pt x="16801994" y="301090"/>
                </a:lnTo>
                <a:lnTo>
                  <a:pt x="16794940" y="352721"/>
                </a:lnTo>
                <a:lnTo>
                  <a:pt x="16288607" y="2551858"/>
                </a:lnTo>
                <a:lnTo>
                  <a:pt x="16275269" y="2598392"/>
                </a:lnTo>
                <a:lnTo>
                  <a:pt x="16257389" y="2642554"/>
                </a:lnTo>
                <a:lnTo>
                  <a:pt x="16235262" y="2684110"/>
                </a:lnTo>
                <a:lnTo>
                  <a:pt x="16209184" y="2722825"/>
                </a:lnTo>
                <a:lnTo>
                  <a:pt x="16179451" y="2758462"/>
                </a:lnTo>
                <a:lnTo>
                  <a:pt x="16146358" y="2790788"/>
                </a:lnTo>
                <a:lnTo>
                  <a:pt x="16110200" y="2819566"/>
                </a:lnTo>
                <a:lnTo>
                  <a:pt x="16071273" y="2844563"/>
                </a:lnTo>
                <a:lnTo>
                  <a:pt x="16029873" y="2865542"/>
                </a:lnTo>
                <a:lnTo>
                  <a:pt x="15986295" y="2882268"/>
                </a:lnTo>
                <a:lnTo>
                  <a:pt x="15940834" y="2894506"/>
                </a:lnTo>
                <a:lnTo>
                  <a:pt x="15893786" y="2902022"/>
                </a:lnTo>
                <a:lnTo>
                  <a:pt x="15845446" y="2904579"/>
                </a:lnTo>
                <a:close/>
              </a:path>
            </a:pathLst>
          </a:custGeom>
          <a:solidFill>
            <a:srgbClr val="E8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3227" y="0"/>
            <a:ext cx="2266949" cy="24896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8907" y="7125879"/>
            <a:ext cx="1557845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2900"/>
              </a:lnSpc>
              <a:spcBef>
                <a:spcPts val="100"/>
              </a:spcBef>
            </a:pP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Medinex</a:t>
            </a:r>
            <a:r>
              <a:rPr sz="1550" b="1" spc="10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operates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at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a</a:t>
            </a:r>
            <a:r>
              <a:rPr sz="1550" b="1" spc="10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different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layer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than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platforms</a:t>
            </a:r>
            <a:r>
              <a:rPr sz="1550" b="1" spc="10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like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Portea,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Your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Physio,</a:t>
            </a:r>
            <a:r>
              <a:rPr sz="1550" b="1" spc="10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or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Practo,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which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focus</a:t>
            </a:r>
            <a:r>
              <a:rPr sz="1550" b="1" spc="10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on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healthcare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delivery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or</a:t>
            </a:r>
            <a:r>
              <a:rPr sz="1550" b="1" spc="10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booking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access.</a:t>
            </a:r>
            <a:r>
              <a:rPr sz="1550" b="1" spc="11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Instead,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Medinex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connects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medical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students,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pharma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learners,</a:t>
            </a:r>
            <a:r>
              <a:rPr sz="1550" b="1" spc="14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hospitals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to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collaboratively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structure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4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share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clinical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knowledge,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evidence,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3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treatment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reasoning.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This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enables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standardized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training,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cross-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domain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learning,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reusable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clinical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knowledge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frameworks.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As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a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result,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Medinex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builds</a:t>
            </a:r>
            <a:r>
              <a:rPr sz="1550" b="1" spc="15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383636"/>
                </a:solidFill>
                <a:latin typeface="Tahoma"/>
                <a:cs typeface="Tahoma"/>
              </a:rPr>
              <a:t>the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6030" y="7651887"/>
            <a:ext cx="1144397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intelligence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infrastructure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that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improves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how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healthcare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35" dirty="0">
                <a:solidFill>
                  <a:srgbClr val="383636"/>
                </a:solidFill>
                <a:latin typeface="Tahoma"/>
                <a:cs typeface="Tahoma"/>
              </a:rPr>
              <a:t>k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n</a:t>
            </a:r>
            <a:r>
              <a:rPr sz="1550" b="1" spc="20" dirty="0">
                <a:solidFill>
                  <a:srgbClr val="383636"/>
                </a:solidFill>
                <a:latin typeface="Tahoma"/>
                <a:cs typeface="Tahoma"/>
              </a:rPr>
              <a:t>o</a:t>
            </a:r>
            <a:r>
              <a:rPr sz="1550" b="1" spc="40" dirty="0">
                <a:solidFill>
                  <a:srgbClr val="383636"/>
                </a:solidFill>
                <a:latin typeface="Tahoma"/>
                <a:cs typeface="Tahoma"/>
              </a:rPr>
              <a:t>wled</a:t>
            </a:r>
            <a:r>
              <a:rPr sz="1550" b="1" spc="-710" dirty="0">
                <a:solidFill>
                  <a:srgbClr val="383636"/>
                </a:solidFill>
                <a:latin typeface="Tahoma"/>
                <a:cs typeface="Tahoma"/>
              </a:rPr>
              <a:t>g</a:t>
            </a:r>
            <a:r>
              <a:rPr sz="5925" b="1" spc="-2572" baseline="-2883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1550" b="1" spc="4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31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5925" b="1" spc="-3277" baseline="-28832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ol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5" dirty="0">
                <a:solidFill>
                  <a:srgbClr val="383636"/>
                </a:solidFill>
                <a:latin typeface="Tahoma"/>
                <a:cs typeface="Tahoma"/>
              </a:rPr>
              <a:t>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supports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383636"/>
                </a:solidFill>
                <a:latin typeface="Tahoma"/>
                <a:cs typeface="Tahoma"/>
              </a:rPr>
              <a:t>real-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world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practice.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36244" y="6101889"/>
              <a:ext cx="14374494" cy="0"/>
            </a:xfrm>
            <a:custGeom>
              <a:avLst/>
              <a:gdLst/>
              <a:ahLst/>
              <a:cxnLst/>
              <a:rect l="l" t="t" r="r" b="b"/>
              <a:pathLst>
                <a:path w="14374494">
                  <a:moveTo>
                    <a:pt x="0" y="0"/>
                  </a:moveTo>
                  <a:lnTo>
                    <a:pt x="14374120" y="0"/>
                  </a:lnTo>
                </a:path>
              </a:pathLst>
            </a:custGeom>
            <a:ln w="5714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932" y="5987589"/>
              <a:ext cx="228599" cy="2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9135" y="4578222"/>
              <a:ext cx="16915130" cy="3048000"/>
            </a:xfrm>
            <a:custGeom>
              <a:avLst/>
              <a:gdLst/>
              <a:ahLst/>
              <a:cxnLst/>
              <a:rect l="l" t="t" r="r" b="b"/>
              <a:pathLst>
                <a:path w="16915130" h="3048000">
                  <a:moveTo>
                    <a:pt x="1300899" y="1523669"/>
                  </a:moveTo>
                  <a:lnTo>
                    <a:pt x="680834" y="883881"/>
                  </a:lnTo>
                  <a:lnTo>
                    <a:pt x="643534" y="858964"/>
                  </a:lnTo>
                  <a:lnTo>
                    <a:pt x="599528" y="850201"/>
                  </a:lnTo>
                  <a:lnTo>
                    <a:pt x="13335" y="850201"/>
                  </a:lnTo>
                  <a:lnTo>
                    <a:pt x="6146" y="855014"/>
                  </a:lnTo>
                  <a:lnTo>
                    <a:pt x="0" y="869759"/>
                  </a:lnTo>
                  <a:lnTo>
                    <a:pt x="1727" y="878243"/>
                  </a:lnTo>
                  <a:lnTo>
                    <a:pt x="613486" y="1490002"/>
                  </a:lnTo>
                  <a:lnTo>
                    <a:pt x="619429" y="1497253"/>
                  </a:lnTo>
                  <a:lnTo>
                    <a:pt x="623798" y="1505445"/>
                  </a:lnTo>
                  <a:lnTo>
                    <a:pt x="626503" y="1514335"/>
                  </a:lnTo>
                  <a:lnTo>
                    <a:pt x="627430" y="1523669"/>
                  </a:lnTo>
                  <a:lnTo>
                    <a:pt x="626503" y="1533004"/>
                  </a:lnTo>
                  <a:lnTo>
                    <a:pt x="623798" y="1541894"/>
                  </a:lnTo>
                  <a:lnTo>
                    <a:pt x="619429" y="1550098"/>
                  </a:lnTo>
                  <a:lnTo>
                    <a:pt x="613486" y="1557350"/>
                  </a:lnTo>
                  <a:lnTo>
                    <a:pt x="1727" y="2169109"/>
                  </a:lnTo>
                  <a:lnTo>
                    <a:pt x="0" y="2177592"/>
                  </a:lnTo>
                  <a:lnTo>
                    <a:pt x="6146" y="2192337"/>
                  </a:lnTo>
                  <a:lnTo>
                    <a:pt x="13335" y="2197138"/>
                  </a:lnTo>
                  <a:lnTo>
                    <a:pt x="599528" y="2197138"/>
                  </a:lnTo>
                  <a:lnTo>
                    <a:pt x="643534" y="2188387"/>
                  </a:lnTo>
                  <a:lnTo>
                    <a:pt x="680834" y="2163470"/>
                  </a:lnTo>
                  <a:lnTo>
                    <a:pt x="1286941" y="1557350"/>
                  </a:lnTo>
                  <a:lnTo>
                    <a:pt x="1299972" y="1533004"/>
                  </a:lnTo>
                  <a:lnTo>
                    <a:pt x="1300899" y="1523669"/>
                  </a:lnTo>
                  <a:close/>
                </a:path>
                <a:path w="16915130" h="3048000">
                  <a:moveTo>
                    <a:pt x="16914622" y="1523746"/>
                  </a:moveTo>
                  <a:lnTo>
                    <a:pt x="16898062" y="1451470"/>
                  </a:lnTo>
                  <a:lnTo>
                    <a:pt x="16851694" y="1393621"/>
                  </a:lnTo>
                  <a:lnTo>
                    <a:pt x="15119376" y="21297"/>
                  </a:lnTo>
                  <a:lnTo>
                    <a:pt x="15067560" y="0"/>
                  </a:lnTo>
                  <a:lnTo>
                    <a:pt x="15039543" y="812"/>
                  </a:lnTo>
                  <a:lnTo>
                    <a:pt x="14988642" y="25425"/>
                  </a:lnTo>
                  <a:lnTo>
                    <a:pt x="14959140" y="72453"/>
                  </a:lnTo>
                  <a:lnTo>
                    <a:pt x="14955114" y="100723"/>
                  </a:lnTo>
                  <a:lnTo>
                    <a:pt x="14955114" y="2946755"/>
                  </a:lnTo>
                  <a:lnTo>
                    <a:pt x="14970608" y="3000603"/>
                  </a:lnTo>
                  <a:lnTo>
                    <a:pt x="15012340" y="3037979"/>
                  </a:lnTo>
                  <a:lnTo>
                    <a:pt x="15067560" y="3047479"/>
                  </a:lnTo>
                  <a:lnTo>
                    <a:pt x="15094725" y="3040596"/>
                  </a:lnTo>
                  <a:lnTo>
                    <a:pt x="16851694" y="1653857"/>
                  </a:lnTo>
                  <a:lnTo>
                    <a:pt x="16898062" y="1596009"/>
                  </a:lnTo>
                  <a:lnTo>
                    <a:pt x="16914622" y="1523746"/>
                  </a:lnTo>
                  <a:close/>
                </a:path>
              </a:pathLst>
            </a:custGeom>
            <a:solidFill>
              <a:srgbClr val="61A5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9272" y="3183320"/>
              <a:ext cx="3002280" cy="5335905"/>
            </a:xfrm>
            <a:custGeom>
              <a:avLst/>
              <a:gdLst/>
              <a:ahLst/>
              <a:cxnLst/>
              <a:rect l="l" t="t" r="r" b="b"/>
              <a:pathLst>
                <a:path w="3002279" h="5335905">
                  <a:moveTo>
                    <a:pt x="0" y="3790283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5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8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4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3790283"/>
                  </a:lnTo>
                  <a:lnTo>
                    <a:pt x="3001263" y="3839490"/>
                  </a:lnTo>
                  <a:lnTo>
                    <a:pt x="2999052" y="3888314"/>
                  </a:lnTo>
                  <a:lnTo>
                    <a:pt x="2995394" y="3936733"/>
                  </a:lnTo>
                  <a:lnTo>
                    <a:pt x="2990310" y="3984724"/>
                  </a:lnTo>
                  <a:lnTo>
                    <a:pt x="2983823" y="4032265"/>
                  </a:lnTo>
                  <a:lnTo>
                    <a:pt x="2975955" y="4079332"/>
                  </a:lnTo>
                  <a:lnTo>
                    <a:pt x="2966728" y="4125904"/>
                  </a:lnTo>
                  <a:lnTo>
                    <a:pt x="2956163" y="4171957"/>
                  </a:lnTo>
                  <a:lnTo>
                    <a:pt x="2944283" y="4217469"/>
                  </a:lnTo>
                  <a:lnTo>
                    <a:pt x="2931109" y="4262417"/>
                  </a:lnTo>
                  <a:lnTo>
                    <a:pt x="2916665" y="4306778"/>
                  </a:lnTo>
                  <a:lnTo>
                    <a:pt x="2900970" y="4350530"/>
                  </a:lnTo>
                  <a:lnTo>
                    <a:pt x="2884049" y="4393650"/>
                  </a:lnTo>
                  <a:lnTo>
                    <a:pt x="2865922" y="4436116"/>
                  </a:lnTo>
                  <a:lnTo>
                    <a:pt x="2846611" y="4477903"/>
                  </a:lnTo>
                  <a:lnTo>
                    <a:pt x="2826139" y="4518991"/>
                  </a:lnTo>
                  <a:lnTo>
                    <a:pt x="2804527" y="4559356"/>
                  </a:lnTo>
                  <a:lnTo>
                    <a:pt x="2781798" y="4598975"/>
                  </a:lnTo>
                  <a:lnTo>
                    <a:pt x="2757973" y="4637826"/>
                  </a:lnTo>
                  <a:lnTo>
                    <a:pt x="2733075" y="4675886"/>
                  </a:lnTo>
                  <a:lnTo>
                    <a:pt x="2707125" y="4713133"/>
                  </a:lnTo>
                  <a:lnTo>
                    <a:pt x="2680146" y="4749543"/>
                  </a:lnTo>
                  <a:lnTo>
                    <a:pt x="2652159" y="4785094"/>
                  </a:lnTo>
                  <a:lnTo>
                    <a:pt x="2623186" y="4819764"/>
                  </a:lnTo>
                  <a:lnTo>
                    <a:pt x="2593250" y="4853529"/>
                  </a:lnTo>
                  <a:lnTo>
                    <a:pt x="2562371" y="4886366"/>
                  </a:lnTo>
                  <a:lnTo>
                    <a:pt x="2530573" y="4918255"/>
                  </a:lnTo>
                  <a:lnTo>
                    <a:pt x="2497878" y="4949170"/>
                  </a:lnTo>
                  <a:lnTo>
                    <a:pt x="2464306" y="4979091"/>
                  </a:lnTo>
                  <a:lnTo>
                    <a:pt x="2429881" y="5007993"/>
                  </a:lnTo>
                  <a:lnTo>
                    <a:pt x="2394624" y="5035855"/>
                  </a:lnTo>
                  <a:lnTo>
                    <a:pt x="2358557" y="5062654"/>
                  </a:lnTo>
                  <a:lnTo>
                    <a:pt x="2321703" y="5088366"/>
                  </a:lnTo>
                  <a:lnTo>
                    <a:pt x="2284082" y="5112970"/>
                  </a:lnTo>
                  <a:lnTo>
                    <a:pt x="2245718" y="5136443"/>
                  </a:lnTo>
                  <a:lnTo>
                    <a:pt x="2206631" y="5158761"/>
                  </a:lnTo>
                  <a:lnTo>
                    <a:pt x="2166845" y="5179903"/>
                  </a:lnTo>
                  <a:lnTo>
                    <a:pt x="2126380" y="5199845"/>
                  </a:lnTo>
                  <a:lnTo>
                    <a:pt x="2085260" y="5218565"/>
                  </a:lnTo>
                  <a:lnTo>
                    <a:pt x="2043506" y="5236040"/>
                  </a:lnTo>
                  <a:lnTo>
                    <a:pt x="2001140" y="5252248"/>
                  </a:lnTo>
                  <a:lnTo>
                    <a:pt x="1958183" y="5267165"/>
                  </a:lnTo>
                  <a:lnTo>
                    <a:pt x="1914659" y="5280769"/>
                  </a:lnTo>
                  <a:lnTo>
                    <a:pt x="1870588" y="5293038"/>
                  </a:lnTo>
                  <a:lnTo>
                    <a:pt x="1825994" y="5303948"/>
                  </a:lnTo>
                  <a:lnTo>
                    <a:pt x="1780897" y="5313477"/>
                  </a:lnTo>
                  <a:lnTo>
                    <a:pt x="1735320" y="5321603"/>
                  </a:lnTo>
                  <a:lnTo>
                    <a:pt x="1689285" y="5328302"/>
                  </a:lnTo>
                  <a:lnTo>
                    <a:pt x="1642814" y="5333552"/>
                  </a:lnTo>
                  <a:lnTo>
                    <a:pt x="1617458" y="5335595"/>
                  </a:lnTo>
                  <a:lnTo>
                    <a:pt x="1384547" y="5335595"/>
                  </a:lnTo>
                  <a:lnTo>
                    <a:pt x="1312720" y="5328302"/>
                  </a:lnTo>
                  <a:lnTo>
                    <a:pt x="1266685" y="5321603"/>
                  </a:lnTo>
                  <a:lnTo>
                    <a:pt x="1221108" y="5313477"/>
                  </a:lnTo>
                  <a:lnTo>
                    <a:pt x="1176011" y="5303948"/>
                  </a:lnTo>
                  <a:lnTo>
                    <a:pt x="1131416" y="5293038"/>
                  </a:lnTo>
                  <a:lnTo>
                    <a:pt x="1087346" y="5280769"/>
                  </a:lnTo>
                  <a:lnTo>
                    <a:pt x="1043821" y="5267165"/>
                  </a:lnTo>
                  <a:lnTo>
                    <a:pt x="1000865" y="5252248"/>
                  </a:lnTo>
                  <a:lnTo>
                    <a:pt x="958499" y="5236040"/>
                  </a:lnTo>
                  <a:lnTo>
                    <a:pt x="916744" y="5218565"/>
                  </a:lnTo>
                  <a:lnTo>
                    <a:pt x="875624" y="5199845"/>
                  </a:lnTo>
                  <a:lnTo>
                    <a:pt x="835160" y="5179903"/>
                  </a:lnTo>
                  <a:lnTo>
                    <a:pt x="795373" y="5158761"/>
                  </a:lnTo>
                  <a:lnTo>
                    <a:pt x="756287" y="5136443"/>
                  </a:lnTo>
                  <a:lnTo>
                    <a:pt x="717922" y="5112970"/>
                  </a:lnTo>
                  <a:lnTo>
                    <a:pt x="680302" y="5088366"/>
                  </a:lnTo>
                  <a:lnTo>
                    <a:pt x="643447" y="5062654"/>
                  </a:lnTo>
                  <a:lnTo>
                    <a:pt x="607380" y="5035855"/>
                  </a:lnTo>
                  <a:lnTo>
                    <a:pt x="572123" y="5007993"/>
                  </a:lnTo>
                  <a:lnTo>
                    <a:pt x="537698" y="4979091"/>
                  </a:lnTo>
                  <a:lnTo>
                    <a:pt x="504127" y="4949170"/>
                  </a:lnTo>
                  <a:lnTo>
                    <a:pt x="471431" y="4918255"/>
                  </a:lnTo>
                  <a:lnTo>
                    <a:pt x="439633" y="4886366"/>
                  </a:lnTo>
                  <a:lnTo>
                    <a:pt x="408755" y="4853529"/>
                  </a:lnTo>
                  <a:lnTo>
                    <a:pt x="378818" y="4819764"/>
                  </a:lnTo>
                  <a:lnTo>
                    <a:pt x="349846" y="4785094"/>
                  </a:lnTo>
                  <a:lnTo>
                    <a:pt x="321859" y="4749543"/>
                  </a:lnTo>
                  <a:lnTo>
                    <a:pt x="294879" y="4713133"/>
                  </a:lnTo>
                  <a:lnTo>
                    <a:pt x="268929" y="4675886"/>
                  </a:lnTo>
                  <a:lnTo>
                    <a:pt x="244031" y="4637826"/>
                  </a:lnTo>
                  <a:lnTo>
                    <a:pt x="220206" y="4598975"/>
                  </a:lnTo>
                  <a:lnTo>
                    <a:pt x="197477" y="4559356"/>
                  </a:lnTo>
                  <a:lnTo>
                    <a:pt x="175866" y="4518991"/>
                  </a:lnTo>
                  <a:lnTo>
                    <a:pt x="155393" y="4477903"/>
                  </a:lnTo>
                  <a:lnTo>
                    <a:pt x="136083" y="4436116"/>
                  </a:lnTo>
                  <a:lnTo>
                    <a:pt x="117956" y="4393650"/>
                  </a:lnTo>
                  <a:lnTo>
                    <a:pt x="101034" y="4350530"/>
                  </a:lnTo>
                  <a:lnTo>
                    <a:pt x="85340" y="4306778"/>
                  </a:lnTo>
                  <a:lnTo>
                    <a:pt x="70895" y="4262417"/>
                  </a:lnTo>
                  <a:lnTo>
                    <a:pt x="57722" y="4217469"/>
                  </a:lnTo>
                  <a:lnTo>
                    <a:pt x="45842" y="4171957"/>
                  </a:lnTo>
                  <a:lnTo>
                    <a:pt x="35277" y="4125904"/>
                  </a:lnTo>
                  <a:lnTo>
                    <a:pt x="26049" y="4079332"/>
                  </a:lnTo>
                  <a:lnTo>
                    <a:pt x="18181" y="4032265"/>
                  </a:lnTo>
                  <a:lnTo>
                    <a:pt x="11695" y="3984724"/>
                  </a:lnTo>
                  <a:lnTo>
                    <a:pt x="6611" y="3936733"/>
                  </a:lnTo>
                  <a:lnTo>
                    <a:pt x="2953" y="3888314"/>
                  </a:lnTo>
                  <a:lnTo>
                    <a:pt x="741" y="3839490"/>
                  </a:lnTo>
                  <a:lnTo>
                    <a:pt x="0" y="3790283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0903" y="3183320"/>
              <a:ext cx="3000375" cy="5340350"/>
            </a:xfrm>
            <a:custGeom>
              <a:avLst/>
              <a:gdLst/>
              <a:ahLst/>
              <a:cxnLst/>
              <a:rect l="l" t="t" r="r" b="b"/>
              <a:pathLst>
                <a:path w="3000375" h="5340350">
                  <a:moveTo>
                    <a:pt x="0" y="1484403"/>
                  </a:moveTo>
                  <a:lnTo>
                    <a:pt x="5123" y="1403641"/>
                  </a:lnTo>
                  <a:lnTo>
                    <a:pt x="10206" y="1355652"/>
                  </a:lnTo>
                  <a:lnTo>
                    <a:pt x="16692" y="1308114"/>
                  </a:lnTo>
                  <a:lnTo>
                    <a:pt x="24560" y="1261049"/>
                  </a:lnTo>
                  <a:lnTo>
                    <a:pt x="33787" y="1214479"/>
                  </a:lnTo>
                  <a:lnTo>
                    <a:pt x="44351" y="1168428"/>
                  </a:lnTo>
                  <a:lnTo>
                    <a:pt x="56231" y="1122918"/>
                  </a:lnTo>
                  <a:lnTo>
                    <a:pt x="69404" y="1077972"/>
                  </a:lnTo>
                  <a:lnTo>
                    <a:pt x="83848" y="1033613"/>
                  </a:lnTo>
                  <a:lnTo>
                    <a:pt x="99541" y="989863"/>
                  </a:lnTo>
                  <a:lnTo>
                    <a:pt x="116462" y="946745"/>
                  </a:lnTo>
                  <a:lnTo>
                    <a:pt x="134588" y="904282"/>
                  </a:lnTo>
                  <a:lnTo>
                    <a:pt x="153898" y="862496"/>
                  </a:lnTo>
                  <a:lnTo>
                    <a:pt x="174369" y="821410"/>
                  </a:lnTo>
                  <a:lnTo>
                    <a:pt x="195980" y="781048"/>
                  </a:lnTo>
                  <a:lnTo>
                    <a:pt x="218708" y="741430"/>
                  </a:lnTo>
                  <a:lnTo>
                    <a:pt x="242531" y="702581"/>
                  </a:lnTo>
                  <a:lnTo>
                    <a:pt x="267428" y="664523"/>
                  </a:lnTo>
                  <a:lnTo>
                    <a:pt x="293377" y="627278"/>
                  </a:lnTo>
                  <a:lnTo>
                    <a:pt x="320355" y="590869"/>
                  </a:lnTo>
                  <a:lnTo>
                    <a:pt x="348341" y="555320"/>
                  </a:lnTo>
                  <a:lnTo>
                    <a:pt x="377312" y="520652"/>
                  </a:lnTo>
                  <a:lnTo>
                    <a:pt x="407247" y="486889"/>
                  </a:lnTo>
                  <a:lnTo>
                    <a:pt x="438124" y="454052"/>
                  </a:lnTo>
                  <a:lnTo>
                    <a:pt x="469921" y="422166"/>
                  </a:lnTo>
                  <a:lnTo>
                    <a:pt x="502615" y="391252"/>
                  </a:lnTo>
                  <a:lnTo>
                    <a:pt x="536185" y="361333"/>
                  </a:lnTo>
                  <a:lnTo>
                    <a:pt x="570608" y="332432"/>
                  </a:lnTo>
                  <a:lnTo>
                    <a:pt x="605863" y="304571"/>
                  </a:lnTo>
                  <a:lnTo>
                    <a:pt x="641929" y="277774"/>
                  </a:lnTo>
                  <a:lnTo>
                    <a:pt x="678782" y="252062"/>
                  </a:lnTo>
                  <a:lnTo>
                    <a:pt x="716400" y="227459"/>
                  </a:lnTo>
                  <a:lnTo>
                    <a:pt x="754763" y="203988"/>
                  </a:lnTo>
                  <a:lnTo>
                    <a:pt x="793848" y="181671"/>
                  </a:lnTo>
                  <a:lnTo>
                    <a:pt x="833632" y="160530"/>
                  </a:lnTo>
                  <a:lnTo>
                    <a:pt x="874094" y="140589"/>
                  </a:lnTo>
                  <a:lnTo>
                    <a:pt x="915213" y="121870"/>
                  </a:lnTo>
                  <a:lnTo>
                    <a:pt x="956965" y="104395"/>
                  </a:lnTo>
                  <a:lnTo>
                    <a:pt x="999329" y="88189"/>
                  </a:lnTo>
                  <a:lnTo>
                    <a:pt x="1042284" y="73272"/>
                  </a:lnTo>
                  <a:lnTo>
                    <a:pt x="1085806" y="59668"/>
                  </a:lnTo>
                  <a:lnTo>
                    <a:pt x="1129874" y="47400"/>
                  </a:lnTo>
                  <a:lnTo>
                    <a:pt x="1174467" y="36491"/>
                  </a:lnTo>
                  <a:lnTo>
                    <a:pt x="1219562" y="26962"/>
                  </a:lnTo>
                  <a:lnTo>
                    <a:pt x="1265136" y="18837"/>
                  </a:lnTo>
                  <a:lnTo>
                    <a:pt x="1311169" y="12138"/>
                  </a:lnTo>
                  <a:lnTo>
                    <a:pt x="1357638" y="6889"/>
                  </a:lnTo>
                  <a:lnTo>
                    <a:pt x="1404522" y="3111"/>
                  </a:lnTo>
                  <a:lnTo>
                    <a:pt x="1451797" y="827"/>
                  </a:lnTo>
                  <a:lnTo>
                    <a:pt x="1499444" y="0"/>
                  </a:lnTo>
                  <a:lnTo>
                    <a:pt x="1547089" y="827"/>
                  </a:lnTo>
                  <a:lnTo>
                    <a:pt x="1594364" y="3111"/>
                  </a:lnTo>
                  <a:lnTo>
                    <a:pt x="1641247" y="6889"/>
                  </a:lnTo>
                  <a:lnTo>
                    <a:pt x="1687717" y="12138"/>
                  </a:lnTo>
                  <a:lnTo>
                    <a:pt x="1733749" y="18837"/>
                  </a:lnTo>
                  <a:lnTo>
                    <a:pt x="1779324" y="26962"/>
                  </a:lnTo>
                  <a:lnTo>
                    <a:pt x="1824419" y="36491"/>
                  </a:lnTo>
                  <a:lnTo>
                    <a:pt x="1869011" y="47400"/>
                  </a:lnTo>
                  <a:lnTo>
                    <a:pt x="1913080" y="59668"/>
                  </a:lnTo>
                  <a:lnTo>
                    <a:pt x="1956602" y="73272"/>
                  </a:lnTo>
                  <a:lnTo>
                    <a:pt x="1999556" y="88189"/>
                  </a:lnTo>
                  <a:lnTo>
                    <a:pt x="2041921" y="104395"/>
                  </a:lnTo>
                  <a:lnTo>
                    <a:pt x="2083673" y="121870"/>
                  </a:lnTo>
                  <a:lnTo>
                    <a:pt x="2124791" y="140589"/>
                  </a:lnTo>
                  <a:lnTo>
                    <a:pt x="2165254" y="160530"/>
                  </a:lnTo>
                  <a:lnTo>
                    <a:pt x="2205038" y="181671"/>
                  </a:lnTo>
                  <a:lnTo>
                    <a:pt x="2244123" y="203988"/>
                  </a:lnTo>
                  <a:lnTo>
                    <a:pt x="2282486" y="227459"/>
                  </a:lnTo>
                  <a:lnTo>
                    <a:pt x="2320104" y="252062"/>
                  </a:lnTo>
                  <a:lnTo>
                    <a:pt x="2356957" y="277774"/>
                  </a:lnTo>
                  <a:lnTo>
                    <a:pt x="2393022" y="304571"/>
                  </a:lnTo>
                  <a:lnTo>
                    <a:pt x="2428278" y="332431"/>
                  </a:lnTo>
                  <a:lnTo>
                    <a:pt x="2462701" y="361333"/>
                  </a:lnTo>
                  <a:lnTo>
                    <a:pt x="2496271" y="391252"/>
                  </a:lnTo>
                  <a:lnTo>
                    <a:pt x="2528965" y="422166"/>
                  </a:lnTo>
                  <a:lnTo>
                    <a:pt x="2560762" y="454052"/>
                  </a:lnTo>
                  <a:lnTo>
                    <a:pt x="2591638" y="486889"/>
                  </a:lnTo>
                  <a:lnTo>
                    <a:pt x="2621573" y="520652"/>
                  </a:lnTo>
                  <a:lnTo>
                    <a:pt x="2650545" y="555320"/>
                  </a:lnTo>
                  <a:lnTo>
                    <a:pt x="2678531" y="590869"/>
                  </a:lnTo>
                  <a:lnTo>
                    <a:pt x="2705509" y="627278"/>
                  </a:lnTo>
                  <a:lnTo>
                    <a:pt x="2731457" y="664523"/>
                  </a:lnTo>
                  <a:lnTo>
                    <a:pt x="2756355" y="702581"/>
                  </a:lnTo>
                  <a:lnTo>
                    <a:pt x="2780178" y="741430"/>
                  </a:lnTo>
                  <a:lnTo>
                    <a:pt x="2802906" y="781048"/>
                  </a:lnTo>
                  <a:lnTo>
                    <a:pt x="2824517" y="821410"/>
                  </a:lnTo>
                  <a:lnTo>
                    <a:pt x="2844988" y="862496"/>
                  </a:lnTo>
                  <a:lnTo>
                    <a:pt x="2864297" y="904282"/>
                  </a:lnTo>
                  <a:lnTo>
                    <a:pt x="2882424" y="946745"/>
                  </a:lnTo>
                  <a:lnTo>
                    <a:pt x="2899345" y="989863"/>
                  </a:lnTo>
                  <a:lnTo>
                    <a:pt x="2915038" y="1033613"/>
                  </a:lnTo>
                  <a:lnTo>
                    <a:pt x="2929482" y="1077972"/>
                  </a:lnTo>
                  <a:lnTo>
                    <a:pt x="2942655" y="1122918"/>
                  </a:lnTo>
                  <a:lnTo>
                    <a:pt x="2954535" y="1168428"/>
                  </a:lnTo>
                  <a:lnTo>
                    <a:pt x="2965099" y="1214479"/>
                  </a:lnTo>
                  <a:lnTo>
                    <a:pt x="2974326" y="1261048"/>
                  </a:lnTo>
                  <a:lnTo>
                    <a:pt x="2982193" y="1308114"/>
                  </a:lnTo>
                  <a:lnTo>
                    <a:pt x="2988680" y="1355652"/>
                  </a:lnTo>
                  <a:lnTo>
                    <a:pt x="2993763" y="1403641"/>
                  </a:lnTo>
                  <a:lnTo>
                    <a:pt x="2997421" y="1452058"/>
                  </a:lnTo>
                  <a:lnTo>
                    <a:pt x="2999633" y="1500880"/>
                  </a:lnTo>
                  <a:lnTo>
                    <a:pt x="3000374" y="1550084"/>
                  </a:lnTo>
                  <a:lnTo>
                    <a:pt x="3000374" y="3790165"/>
                  </a:lnTo>
                  <a:lnTo>
                    <a:pt x="2999633" y="3839369"/>
                  </a:lnTo>
                  <a:lnTo>
                    <a:pt x="2997422" y="3888190"/>
                  </a:lnTo>
                  <a:lnTo>
                    <a:pt x="2993763" y="3936607"/>
                  </a:lnTo>
                  <a:lnTo>
                    <a:pt x="2988680" y="3984596"/>
                  </a:lnTo>
                  <a:lnTo>
                    <a:pt x="2982194" y="4032135"/>
                  </a:lnTo>
                  <a:lnTo>
                    <a:pt x="2974326" y="4079200"/>
                  </a:lnTo>
                  <a:lnTo>
                    <a:pt x="2965099" y="4125770"/>
                  </a:lnTo>
                  <a:lnTo>
                    <a:pt x="2954535" y="4171821"/>
                  </a:lnTo>
                  <a:lnTo>
                    <a:pt x="2942655" y="4217330"/>
                  </a:lnTo>
                  <a:lnTo>
                    <a:pt x="2929482" y="4262276"/>
                  </a:lnTo>
                  <a:lnTo>
                    <a:pt x="2915038" y="4306636"/>
                  </a:lnTo>
                  <a:lnTo>
                    <a:pt x="2899345" y="4350386"/>
                  </a:lnTo>
                  <a:lnTo>
                    <a:pt x="2882424" y="4393504"/>
                  </a:lnTo>
                  <a:lnTo>
                    <a:pt x="2864298" y="4435967"/>
                  </a:lnTo>
                  <a:lnTo>
                    <a:pt x="2844988" y="4477753"/>
                  </a:lnTo>
                  <a:lnTo>
                    <a:pt x="2824517" y="4518838"/>
                  </a:lnTo>
                  <a:lnTo>
                    <a:pt x="2802906" y="4559201"/>
                  </a:lnTo>
                  <a:lnTo>
                    <a:pt x="2780178" y="4598819"/>
                  </a:lnTo>
                  <a:lnTo>
                    <a:pt x="2756355" y="4637668"/>
                  </a:lnTo>
                  <a:lnTo>
                    <a:pt x="2731458" y="4675726"/>
                  </a:lnTo>
                  <a:lnTo>
                    <a:pt x="2705509" y="4712971"/>
                  </a:lnTo>
                  <a:lnTo>
                    <a:pt x="2678531" y="4749379"/>
                  </a:lnTo>
                  <a:lnTo>
                    <a:pt x="2650545" y="4784929"/>
                  </a:lnTo>
                  <a:lnTo>
                    <a:pt x="2621574" y="4819597"/>
                  </a:lnTo>
                  <a:lnTo>
                    <a:pt x="2591639" y="4853360"/>
                  </a:lnTo>
                  <a:lnTo>
                    <a:pt x="2560762" y="4886196"/>
                  </a:lnTo>
                  <a:lnTo>
                    <a:pt x="2528966" y="4918083"/>
                  </a:lnTo>
                  <a:lnTo>
                    <a:pt x="2496271" y="4948997"/>
                  </a:lnTo>
                  <a:lnTo>
                    <a:pt x="2462702" y="4978916"/>
                  </a:lnTo>
                  <a:lnTo>
                    <a:pt x="2428278" y="5007817"/>
                  </a:lnTo>
                  <a:lnTo>
                    <a:pt x="2393023" y="5035678"/>
                  </a:lnTo>
                  <a:lnTo>
                    <a:pt x="2356957" y="5062475"/>
                  </a:lnTo>
                  <a:lnTo>
                    <a:pt x="2320105" y="5088187"/>
                  </a:lnTo>
                  <a:lnTo>
                    <a:pt x="2282486" y="5112789"/>
                  </a:lnTo>
                  <a:lnTo>
                    <a:pt x="2244123" y="5136261"/>
                  </a:lnTo>
                  <a:lnTo>
                    <a:pt x="2205038" y="5158578"/>
                  </a:lnTo>
                  <a:lnTo>
                    <a:pt x="2165254" y="5179719"/>
                  </a:lnTo>
                  <a:lnTo>
                    <a:pt x="2124792" y="5199660"/>
                  </a:lnTo>
                  <a:lnTo>
                    <a:pt x="2083673" y="5218379"/>
                  </a:lnTo>
                  <a:lnTo>
                    <a:pt x="2041921" y="5235854"/>
                  </a:lnTo>
                  <a:lnTo>
                    <a:pt x="1999557" y="5252060"/>
                  </a:lnTo>
                  <a:lnTo>
                    <a:pt x="1956602" y="5266977"/>
                  </a:lnTo>
                  <a:lnTo>
                    <a:pt x="1913080" y="5280581"/>
                  </a:lnTo>
                  <a:lnTo>
                    <a:pt x="1869011" y="5292849"/>
                  </a:lnTo>
                  <a:lnTo>
                    <a:pt x="1824419" y="5303758"/>
                  </a:lnTo>
                  <a:lnTo>
                    <a:pt x="1779324" y="5313287"/>
                  </a:lnTo>
                  <a:lnTo>
                    <a:pt x="1733749" y="5321412"/>
                  </a:lnTo>
                  <a:lnTo>
                    <a:pt x="1687717" y="5328111"/>
                  </a:lnTo>
                  <a:lnTo>
                    <a:pt x="1641247" y="5333361"/>
                  </a:lnTo>
                  <a:lnTo>
                    <a:pt x="1594364" y="5337138"/>
                  </a:lnTo>
                  <a:lnTo>
                    <a:pt x="1547089" y="5339422"/>
                  </a:lnTo>
                  <a:lnTo>
                    <a:pt x="1499443" y="5340188"/>
                  </a:lnTo>
                  <a:lnTo>
                    <a:pt x="1451797" y="5339422"/>
                  </a:lnTo>
                  <a:lnTo>
                    <a:pt x="1404522" y="5337138"/>
                  </a:lnTo>
                  <a:lnTo>
                    <a:pt x="1357638" y="5333361"/>
                  </a:lnTo>
                  <a:lnTo>
                    <a:pt x="1311169" y="5328111"/>
                  </a:lnTo>
                  <a:lnTo>
                    <a:pt x="1265136" y="5321412"/>
                  </a:lnTo>
                  <a:lnTo>
                    <a:pt x="1219562" y="5313287"/>
                  </a:lnTo>
                  <a:lnTo>
                    <a:pt x="1174467" y="5303758"/>
                  </a:lnTo>
                  <a:lnTo>
                    <a:pt x="1129874" y="5292849"/>
                  </a:lnTo>
                  <a:lnTo>
                    <a:pt x="1085806" y="5280581"/>
                  </a:lnTo>
                  <a:lnTo>
                    <a:pt x="1042284" y="5266977"/>
                  </a:lnTo>
                  <a:lnTo>
                    <a:pt x="999329" y="5252060"/>
                  </a:lnTo>
                  <a:lnTo>
                    <a:pt x="956965" y="5235854"/>
                  </a:lnTo>
                  <a:lnTo>
                    <a:pt x="915213" y="5218379"/>
                  </a:lnTo>
                  <a:lnTo>
                    <a:pt x="874094" y="5199660"/>
                  </a:lnTo>
                  <a:lnTo>
                    <a:pt x="833632" y="5179719"/>
                  </a:lnTo>
                  <a:lnTo>
                    <a:pt x="793847" y="5158578"/>
                  </a:lnTo>
                  <a:lnTo>
                    <a:pt x="754763" y="5136261"/>
                  </a:lnTo>
                  <a:lnTo>
                    <a:pt x="716400" y="5112789"/>
                  </a:lnTo>
                  <a:lnTo>
                    <a:pt x="678781" y="5088187"/>
                  </a:lnTo>
                  <a:lnTo>
                    <a:pt x="641928" y="5062475"/>
                  </a:lnTo>
                  <a:lnTo>
                    <a:pt x="605863" y="5035678"/>
                  </a:lnTo>
                  <a:lnTo>
                    <a:pt x="570608" y="5007817"/>
                  </a:lnTo>
                  <a:lnTo>
                    <a:pt x="536184" y="4978916"/>
                  </a:lnTo>
                  <a:lnTo>
                    <a:pt x="502614" y="4948997"/>
                  </a:lnTo>
                  <a:lnTo>
                    <a:pt x="469920" y="4918083"/>
                  </a:lnTo>
                  <a:lnTo>
                    <a:pt x="438124" y="4886196"/>
                  </a:lnTo>
                  <a:lnTo>
                    <a:pt x="407247" y="4853360"/>
                  </a:lnTo>
                  <a:lnTo>
                    <a:pt x="377312" y="4819597"/>
                  </a:lnTo>
                  <a:lnTo>
                    <a:pt x="348341" y="4784929"/>
                  </a:lnTo>
                  <a:lnTo>
                    <a:pt x="320355" y="4749379"/>
                  </a:lnTo>
                  <a:lnTo>
                    <a:pt x="293377" y="4712971"/>
                  </a:lnTo>
                  <a:lnTo>
                    <a:pt x="267428" y="4675726"/>
                  </a:lnTo>
                  <a:lnTo>
                    <a:pt x="242531" y="4637668"/>
                  </a:lnTo>
                  <a:lnTo>
                    <a:pt x="218708" y="4598819"/>
                  </a:lnTo>
                  <a:lnTo>
                    <a:pt x="195980" y="4559201"/>
                  </a:lnTo>
                  <a:lnTo>
                    <a:pt x="174369" y="4518838"/>
                  </a:lnTo>
                  <a:lnTo>
                    <a:pt x="153898" y="4477752"/>
                  </a:lnTo>
                  <a:lnTo>
                    <a:pt x="134588" y="4435967"/>
                  </a:lnTo>
                  <a:lnTo>
                    <a:pt x="116462" y="4393503"/>
                  </a:lnTo>
                  <a:lnTo>
                    <a:pt x="99541" y="4350386"/>
                  </a:lnTo>
                  <a:lnTo>
                    <a:pt x="83848" y="4306636"/>
                  </a:lnTo>
                  <a:lnTo>
                    <a:pt x="69404" y="4262276"/>
                  </a:lnTo>
                  <a:lnTo>
                    <a:pt x="56231" y="4217330"/>
                  </a:lnTo>
                  <a:lnTo>
                    <a:pt x="44351" y="4171821"/>
                  </a:lnTo>
                  <a:lnTo>
                    <a:pt x="33787" y="4125770"/>
                  </a:lnTo>
                  <a:lnTo>
                    <a:pt x="24560" y="4079200"/>
                  </a:lnTo>
                  <a:lnTo>
                    <a:pt x="16692" y="4032135"/>
                  </a:lnTo>
                  <a:lnTo>
                    <a:pt x="10206" y="3984596"/>
                  </a:lnTo>
                  <a:lnTo>
                    <a:pt x="5122" y="3936607"/>
                  </a:lnTo>
                  <a:lnTo>
                    <a:pt x="1464" y="3888190"/>
                  </a:lnTo>
                  <a:lnTo>
                    <a:pt x="0" y="3855847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93783" y="3033003"/>
              <a:ext cx="3002280" cy="5640705"/>
            </a:xfrm>
            <a:custGeom>
              <a:avLst/>
              <a:gdLst/>
              <a:ahLst/>
              <a:cxnLst/>
              <a:rect l="l" t="t" r="r" b="b"/>
              <a:pathLst>
                <a:path w="3002279" h="5640705">
                  <a:moveTo>
                    <a:pt x="0" y="4090852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9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3"/>
                  </a:lnTo>
                  <a:lnTo>
                    <a:pt x="717923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3" y="0"/>
                  </a:lnTo>
                  <a:lnTo>
                    <a:pt x="1548651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1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3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7" y="361288"/>
                  </a:lnTo>
                  <a:lnTo>
                    <a:pt x="2497878" y="391209"/>
                  </a:lnTo>
                  <a:lnTo>
                    <a:pt x="2530574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4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3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4090852"/>
                  </a:lnTo>
                  <a:lnTo>
                    <a:pt x="3001263" y="4140059"/>
                  </a:lnTo>
                  <a:lnTo>
                    <a:pt x="2999052" y="4188883"/>
                  </a:lnTo>
                  <a:lnTo>
                    <a:pt x="2995393" y="4237302"/>
                  </a:lnTo>
                  <a:lnTo>
                    <a:pt x="2990310" y="4285293"/>
                  </a:lnTo>
                  <a:lnTo>
                    <a:pt x="2983823" y="4332834"/>
                  </a:lnTo>
                  <a:lnTo>
                    <a:pt x="2975955" y="4379902"/>
                  </a:lnTo>
                  <a:lnTo>
                    <a:pt x="2966728" y="4426474"/>
                  </a:lnTo>
                  <a:lnTo>
                    <a:pt x="2956163" y="4472527"/>
                  </a:lnTo>
                  <a:lnTo>
                    <a:pt x="2944283" y="4518039"/>
                  </a:lnTo>
                  <a:lnTo>
                    <a:pt x="2931109" y="4562987"/>
                  </a:lnTo>
                  <a:lnTo>
                    <a:pt x="2916665" y="4607348"/>
                  </a:lnTo>
                  <a:lnTo>
                    <a:pt x="2900970" y="4651100"/>
                  </a:lnTo>
                  <a:lnTo>
                    <a:pt x="2884049" y="4694220"/>
                  </a:lnTo>
                  <a:lnTo>
                    <a:pt x="2865922" y="4736686"/>
                  </a:lnTo>
                  <a:lnTo>
                    <a:pt x="2846611" y="4778473"/>
                  </a:lnTo>
                  <a:lnTo>
                    <a:pt x="2826139" y="4819561"/>
                  </a:lnTo>
                  <a:lnTo>
                    <a:pt x="2804527" y="4859926"/>
                  </a:lnTo>
                  <a:lnTo>
                    <a:pt x="2781798" y="4899545"/>
                  </a:lnTo>
                  <a:lnTo>
                    <a:pt x="2757974" y="4938396"/>
                  </a:lnTo>
                  <a:lnTo>
                    <a:pt x="2733075" y="4976456"/>
                  </a:lnTo>
                  <a:lnTo>
                    <a:pt x="2707125" y="5013703"/>
                  </a:lnTo>
                  <a:lnTo>
                    <a:pt x="2680146" y="5050113"/>
                  </a:lnTo>
                  <a:lnTo>
                    <a:pt x="2652159" y="5085664"/>
                  </a:lnTo>
                  <a:lnTo>
                    <a:pt x="2623186" y="5120334"/>
                  </a:lnTo>
                  <a:lnTo>
                    <a:pt x="2593250" y="5154099"/>
                  </a:lnTo>
                  <a:lnTo>
                    <a:pt x="2562371" y="5186937"/>
                  </a:lnTo>
                  <a:lnTo>
                    <a:pt x="2530574" y="5218825"/>
                  </a:lnTo>
                  <a:lnTo>
                    <a:pt x="2497878" y="5249741"/>
                  </a:lnTo>
                  <a:lnTo>
                    <a:pt x="2464307" y="5279661"/>
                  </a:lnTo>
                  <a:lnTo>
                    <a:pt x="2429881" y="5308563"/>
                  </a:lnTo>
                  <a:lnTo>
                    <a:pt x="2394624" y="5336425"/>
                  </a:lnTo>
                  <a:lnTo>
                    <a:pt x="2358557" y="5363224"/>
                  </a:lnTo>
                  <a:lnTo>
                    <a:pt x="2321703" y="5388937"/>
                  </a:lnTo>
                  <a:lnTo>
                    <a:pt x="2284082" y="5413541"/>
                  </a:lnTo>
                  <a:lnTo>
                    <a:pt x="2245718" y="5437013"/>
                  </a:lnTo>
                  <a:lnTo>
                    <a:pt x="2206631" y="5459332"/>
                  </a:lnTo>
                  <a:lnTo>
                    <a:pt x="2166845" y="5480473"/>
                  </a:lnTo>
                  <a:lnTo>
                    <a:pt x="2126381" y="5500415"/>
                  </a:lnTo>
                  <a:lnTo>
                    <a:pt x="2085260" y="5519135"/>
                  </a:lnTo>
                  <a:lnTo>
                    <a:pt x="2043506" y="5536611"/>
                  </a:lnTo>
                  <a:lnTo>
                    <a:pt x="2001140" y="5552818"/>
                  </a:lnTo>
                  <a:lnTo>
                    <a:pt x="1958183" y="5567735"/>
                  </a:lnTo>
                  <a:lnTo>
                    <a:pt x="1914659" y="5581340"/>
                  </a:lnTo>
                  <a:lnTo>
                    <a:pt x="1870588" y="5593608"/>
                  </a:lnTo>
                  <a:lnTo>
                    <a:pt x="1825994" y="5604519"/>
                  </a:lnTo>
                  <a:lnTo>
                    <a:pt x="1780897" y="5614048"/>
                  </a:lnTo>
                  <a:lnTo>
                    <a:pt x="1735320" y="5622173"/>
                  </a:lnTo>
                  <a:lnTo>
                    <a:pt x="1689285" y="5628872"/>
                  </a:lnTo>
                  <a:lnTo>
                    <a:pt x="1642814" y="5634122"/>
                  </a:lnTo>
                  <a:lnTo>
                    <a:pt x="1595928" y="5637900"/>
                  </a:lnTo>
                  <a:lnTo>
                    <a:pt x="1548651" y="5640184"/>
                  </a:lnTo>
                  <a:lnTo>
                    <a:pt x="1529849" y="5640486"/>
                  </a:lnTo>
                  <a:lnTo>
                    <a:pt x="1472156" y="5640486"/>
                  </a:lnTo>
                  <a:lnTo>
                    <a:pt x="1406077" y="5637900"/>
                  </a:lnTo>
                  <a:lnTo>
                    <a:pt x="1359191" y="5634122"/>
                  </a:lnTo>
                  <a:lnTo>
                    <a:pt x="1312720" y="5628872"/>
                  </a:lnTo>
                  <a:lnTo>
                    <a:pt x="1266685" y="5622173"/>
                  </a:lnTo>
                  <a:lnTo>
                    <a:pt x="1221108" y="5614048"/>
                  </a:lnTo>
                  <a:lnTo>
                    <a:pt x="1176011" y="5604519"/>
                  </a:lnTo>
                  <a:lnTo>
                    <a:pt x="1131416" y="5593608"/>
                  </a:lnTo>
                  <a:lnTo>
                    <a:pt x="1087346" y="5581340"/>
                  </a:lnTo>
                  <a:lnTo>
                    <a:pt x="1043821" y="5567735"/>
                  </a:lnTo>
                  <a:lnTo>
                    <a:pt x="1000865" y="5552818"/>
                  </a:lnTo>
                  <a:lnTo>
                    <a:pt x="958499" y="5536611"/>
                  </a:lnTo>
                  <a:lnTo>
                    <a:pt x="916744" y="5519135"/>
                  </a:lnTo>
                  <a:lnTo>
                    <a:pt x="875624" y="5500415"/>
                  </a:lnTo>
                  <a:lnTo>
                    <a:pt x="835160" y="5480473"/>
                  </a:lnTo>
                  <a:lnTo>
                    <a:pt x="795373" y="5459332"/>
                  </a:lnTo>
                  <a:lnTo>
                    <a:pt x="756287" y="5437013"/>
                  </a:lnTo>
                  <a:lnTo>
                    <a:pt x="717923" y="5413541"/>
                  </a:lnTo>
                  <a:lnTo>
                    <a:pt x="680302" y="5388937"/>
                  </a:lnTo>
                  <a:lnTo>
                    <a:pt x="643447" y="5363224"/>
                  </a:lnTo>
                  <a:lnTo>
                    <a:pt x="607380" y="5336425"/>
                  </a:lnTo>
                  <a:lnTo>
                    <a:pt x="572123" y="5308563"/>
                  </a:lnTo>
                  <a:lnTo>
                    <a:pt x="537698" y="5279661"/>
                  </a:lnTo>
                  <a:lnTo>
                    <a:pt x="504127" y="5249741"/>
                  </a:lnTo>
                  <a:lnTo>
                    <a:pt x="471431" y="5218825"/>
                  </a:lnTo>
                  <a:lnTo>
                    <a:pt x="439633" y="5186937"/>
                  </a:lnTo>
                  <a:lnTo>
                    <a:pt x="408755" y="5154099"/>
                  </a:lnTo>
                  <a:lnTo>
                    <a:pt x="378818" y="5120334"/>
                  </a:lnTo>
                  <a:lnTo>
                    <a:pt x="349846" y="5085664"/>
                  </a:lnTo>
                  <a:lnTo>
                    <a:pt x="321859" y="5050113"/>
                  </a:lnTo>
                  <a:lnTo>
                    <a:pt x="294879" y="5013703"/>
                  </a:lnTo>
                  <a:lnTo>
                    <a:pt x="268929" y="4976456"/>
                  </a:lnTo>
                  <a:lnTo>
                    <a:pt x="244031" y="4938396"/>
                  </a:lnTo>
                  <a:lnTo>
                    <a:pt x="220206" y="4899545"/>
                  </a:lnTo>
                  <a:lnTo>
                    <a:pt x="197477" y="4859926"/>
                  </a:lnTo>
                  <a:lnTo>
                    <a:pt x="175866" y="4819561"/>
                  </a:lnTo>
                  <a:lnTo>
                    <a:pt x="155393" y="4778473"/>
                  </a:lnTo>
                  <a:lnTo>
                    <a:pt x="136083" y="4736686"/>
                  </a:lnTo>
                  <a:lnTo>
                    <a:pt x="117956" y="4694220"/>
                  </a:lnTo>
                  <a:lnTo>
                    <a:pt x="101034" y="4651100"/>
                  </a:lnTo>
                  <a:lnTo>
                    <a:pt x="85340" y="4607348"/>
                  </a:lnTo>
                  <a:lnTo>
                    <a:pt x="70895" y="4562987"/>
                  </a:lnTo>
                  <a:lnTo>
                    <a:pt x="57722" y="4518039"/>
                  </a:lnTo>
                  <a:lnTo>
                    <a:pt x="45842" y="4472527"/>
                  </a:lnTo>
                  <a:lnTo>
                    <a:pt x="35277" y="4426474"/>
                  </a:lnTo>
                  <a:lnTo>
                    <a:pt x="26049" y="4379902"/>
                  </a:lnTo>
                  <a:lnTo>
                    <a:pt x="18181" y="4332834"/>
                  </a:lnTo>
                  <a:lnTo>
                    <a:pt x="11694" y="4285293"/>
                  </a:lnTo>
                  <a:lnTo>
                    <a:pt x="6611" y="4237302"/>
                  </a:lnTo>
                  <a:lnTo>
                    <a:pt x="2953" y="4188883"/>
                  </a:lnTo>
                  <a:lnTo>
                    <a:pt x="741" y="4140059"/>
                  </a:lnTo>
                  <a:lnTo>
                    <a:pt x="0" y="4090852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5414" y="3033003"/>
              <a:ext cx="3000375" cy="5638800"/>
            </a:xfrm>
            <a:custGeom>
              <a:avLst/>
              <a:gdLst/>
              <a:ahLst/>
              <a:cxnLst/>
              <a:rect l="l" t="t" r="r" b="b"/>
              <a:pathLst>
                <a:path w="3000375" h="5638800">
                  <a:moveTo>
                    <a:pt x="1426602" y="5638799"/>
                  </a:moveTo>
                  <a:lnTo>
                    <a:pt x="1357638" y="5633955"/>
                  </a:lnTo>
                  <a:lnTo>
                    <a:pt x="1311169" y="5628705"/>
                  </a:lnTo>
                  <a:lnTo>
                    <a:pt x="1265136" y="5622006"/>
                  </a:lnTo>
                  <a:lnTo>
                    <a:pt x="1219561" y="5613881"/>
                  </a:lnTo>
                  <a:lnTo>
                    <a:pt x="1174467" y="5604353"/>
                  </a:lnTo>
                  <a:lnTo>
                    <a:pt x="1129874" y="5593443"/>
                  </a:lnTo>
                  <a:lnTo>
                    <a:pt x="1085806" y="5581175"/>
                  </a:lnTo>
                  <a:lnTo>
                    <a:pt x="1042283" y="5567571"/>
                  </a:lnTo>
                  <a:lnTo>
                    <a:pt x="999329" y="5552655"/>
                  </a:lnTo>
                  <a:lnTo>
                    <a:pt x="956965" y="5536448"/>
                  </a:lnTo>
                  <a:lnTo>
                    <a:pt x="915212" y="5518974"/>
                  </a:lnTo>
                  <a:lnTo>
                    <a:pt x="874094" y="5500254"/>
                  </a:lnTo>
                  <a:lnTo>
                    <a:pt x="833632" y="5480313"/>
                  </a:lnTo>
                  <a:lnTo>
                    <a:pt x="793847" y="5459172"/>
                  </a:lnTo>
                  <a:lnTo>
                    <a:pt x="754763" y="5436855"/>
                  </a:lnTo>
                  <a:lnTo>
                    <a:pt x="716400" y="5413384"/>
                  </a:lnTo>
                  <a:lnTo>
                    <a:pt x="678781" y="5388781"/>
                  </a:lnTo>
                  <a:lnTo>
                    <a:pt x="641928" y="5363070"/>
                  </a:lnTo>
                  <a:lnTo>
                    <a:pt x="605863" y="5336272"/>
                  </a:lnTo>
                  <a:lnTo>
                    <a:pt x="570608" y="5308412"/>
                  </a:lnTo>
                  <a:lnTo>
                    <a:pt x="536184" y="5279510"/>
                  </a:lnTo>
                  <a:lnTo>
                    <a:pt x="502614" y="5249591"/>
                  </a:lnTo>
                  <a:lnTo>
                    <a:pt x="469920" y="5218677"/>
                  </a:lnTo>
                  <a:lnTo>
                    <a:pt x="438124" y="5186791"/>
                  </a:lnTo>
                  <a:lnTo>
                    <a:pt x="407247" y="5153954"/>
                  </a:lnTo>
                  <a:lnTo>
                    <a:pt x="377312" y="5120191"/>
                  </a:lnTo>
                  <a:lnTo>
                    <a:pt x="348341" y="5085523"/>
                  </a:lnTo>
                  <a:lnTo>
                    <a:pt x="320355" y="5049974"/>
                  </a:lnTo>
                  <a:lnTo>
                    <a:pt x="293377" y="5013565"/>
                  </a:lnTo>
                  <a:lnTo>
                    <a:pt x="267428" y="4976320"/>
                  </a:lnTo>
                  <a:lnTo>
                    <a:pt x="242531" y="4938262"/>
                  </a:lnTo>
                  <a:lnTo>
                    <a:pt x="218707" y="4899413"/>
                  </a:lnTo>
                  <a:lnTo>
                    <a:pt x="195979" y="4859795"/>
                  </a:lnTo>
                  <a:lnTo>
                    <a:pt x="174369" y="4819433"/>
                  </a:lnTo>
                  <a:lnTo>
                    <a:pt x="153898" y="4778347"/>
                  </a:lnTo>
                  <a:lnTo>
                    <a:pt x="134588" y="4736561"/>
                  </a:lnTo>
                  <a:lnTo>
                    <a:pt x="116462" y="4694098"/>
                  </a:lnTo>
                  <a:lnTo>
                    <a:pt x="99541" y="4650980"/>
                  </a:lnTo>
                  <a:lnTo>
                    <a:pt x="83847" y="4607230"/>
                  </a:lnTo>
                  <a:lnTo>
                    <a:pt x="69403" y="4562871"/>
                  </a:lnTo>
                  <a:lnTo>
                    <a:pt x="56230" y="4517925"/>
                  </a:lnTo>
                  <a:lnTo>
                    <a:pt x="44351" y="4472415"/>
                  </a:lnTo>
                  <a:lnTo>
                    <a:pt x="33787" y="4426364"/>
                  </a:lnTo>
                  <a:lnTo>
                    <a:pt x="24560" y="4379794"/>
                  </a:lnTo>
                  <a:lnTo>
                    <a:pt x="16692" y="4332729"/>
                  </a:lnTo>
                  <a:lnTo>
                    <a:pt x="10206" y="4285191"/>
                  </a:lnTo>
                  <a:lnTo>
                    <a:pt x="5122" y="4237202"/>
                  </a:lnTo>
                  <a:lnTo>
                    <a:pt x="1464" y="4188785"/>
                  </a:lnTo>
                  <a:lnTo>
                    <a:pt x="0" y="4156445"/>
                  </a:lnTo>
                </a:path>
                <a:path w="3000375" h="5638800">
                  <a:moveTo>
                    <a:pt x="0" y="1484436"/>
                  </a:moveTo>
                  <a:lnTo>
                    <a:pt x="5122" y="1403680"/>
                  </a:lnTo>
                  <a:lnTo>
                    <a:pt x="10206" y="1355691"/>
                  </a:lnTo>
                  <a:lnTo>
                    <a:pt x="16692" y="1308153"/>
                  </a:lnTo>
                  <a:lnTo>
                    <a:pt x="24560" y="1261087"/>
                  </a:lnTo>
                  <a:lnTo>
                    <a:pt x="33787" y="1214518"/>
                  </a:lnTo>
                  <a:lnTo>
                    <a:pt x="44351" y="1168467"/>
                  </a:lnTo>
                  <a:lnTo>
                    <a:pt x="56231" y="1122957"/>
                  </a:lnTo>
                  <a:lnTo>
                    <a:pt x="69403" y="1078011"/>
                  </a:lnTo>
                  <a:lnTo>
                    <a:pt x="83848" y="1033652"/>
                  </a:lnTo>
                  <a:lnTo>
                    <a:pt x="99541" y="989902"/>
                  </a:lnTo>
                  <a:lnTo>
                    <a:pt x="116462" y="946784"/>
                  </a:lnTo>
                  <a:lnTo>
                    <a:pt x="134588" y="904321"/>
                  </a:lnTo>
                  <a:lnTo>
                    <a:pt x="153898" y="862535"/>
                  </a:lnTo>
                  <a:lnTo>
                    <a:pt x="174369" y="821449"/>
                  </a:lnTo>
                  <a:lnTo>
                    <a:pt x="195980" y="781086"/>
                  </a:lnTo>
                  <a:lnTo>
                    <a:pt x="218708" y="741469"/>
                  </a:lnTo>
                  <a:lnTo>
                    <a:pt x="242531" y="702620"/>
                  </a:lnTo>
                  <a:lnTo>
                    <a:pt x="267428" y="664561"/>
                  </a:lnTo>
                  <a:lnTo>
                    <a:pt x="293377" y="627317"/>
                  </a:lnTo>
                  <a:lnTo>
                    <a:pt x="320355" y="590908"/>
                  </a:lnTo>
                  <a:lnTo>
                    <a:pt x="348341" y="555359"/>
                  </a:lnTo>
                  <a:lnTo>
                    <a:pt x="377312" y="520691"/>
                  </a:lnTo>
                  <a:lnTo>
                    <a:pt x="407247" y="486927"/>
                  </a:lnTo>
                  <a:lnTo>
                    <a:pt x="438124" y="454091"/>
                  </a:lnTo>
                  <a:lnTo>
                    <a:pt x="469920" y="422204"/>
                  </a:lnTo>
                  <a:lnTo>
                    <a:pt x="502615" y="391290"/>
                  </a:lnTo>
                  <a:lnTo>
                    <a:pt x="536184" y="361371"/>
                  </a:lnTo>
                  <a:lnTo>
                    <a:pt x="570608" y="332470"/>
                  </a:lnTo>
                  <a:lnTo>
                    <a:pt x="605863" y="304610"/>
                  </a:lnTo>
                  <a:lnTo>
                    <a:pt x="641928" y="277812"/>
                  </a:lnTo>
                  <a:lnTo>
                    <a:pt x="678781" y="252101"/>
                  </a:lnTo>
                  <a:lnTo>
                    <a:pt x="716400" y="227498"/>
                  </a:lnTo>
                  <a:lnTo>
                    <a:pt x="754763" y="204027"/>
                  </a:lnTo>
                  <a:lnTo>
                    <a:pt x="793847" y="181709"/>
                  </a:lnTo>
                  <a:lnTo>
                    <a:pt x="833632" y="160569"/>
                  </a:lnTo>
                  <a:lnTo>
                    <a:pt x="874094" y="140628"/>
                  </a:lnTo>
                  <a:lnTo>
                    <a:pt x="915213" y="121908"/>
                  </a:lnTo>
                  <a:lnTo>
                    <a:pt x="956965" y="104434"/>
                  </a:lnTo>
                  <a:lnTo>
                    <a:pt x="999329" y="88227"/>
                  </a:lnTo>
                  <a:lnTo>
                    <a:pt x="1042283" y="73311"/>
                  </a:lnTo>
                  <a:lnTo>
                    <a:pt x="1085806" y="59707"/>
                  </a:lnTo>
                  <a:lnTo>
                    <a:pt x="1129874" y="47439"/>
                  </a:lnTo>
                  <a:lnTo>
                    <a:pt x="1174467" y="36529"/>
                  </a:lnTo>
                  <a:lnTo>
                    <a:pt x="1219561" y="27001"/>
                  </a:lnTo>
                  <a:lnTo>
                    <a:pt x="1265136" y="18875"/>
                  </a:lnTo>
                  <a:lnTo>
                    <a:pt x="1311169" y="12177"/>
                  </a:lnTo>
                  <a:lnTo>
                    <a:pt x="1357638" y="6927"/>
                  </a:lnTo>
                  <a:lnTo>
                    <a:pt x="1404521" y="3149"/>
                  </a:lnTo>
                  <a:lnTo>
                    <a:pt x="1451797" y="866"/>
                  </a:lnTo>
                  <a:lnTo>
                    <a:pt x="1499444" y="0"/>
                  </a:lnTo>
                  <a:lnTo>
                    <a:pt x="1547088" y="866"/>
                  </a:lnTo>
                  <a:lnTo>
                    <a:pt x="1594364" y="3149"/>
                  </a:lnTo>
                  <a:lnTo>
                    <a:pt x="1641247" y="6927"/>
                  </a:lnTo>
                  <a:lnTo>
                    <a:pt x="1687716" y="12177"/>
                  </a:lnTo>
                  <a:lnTo>
                    <a:pt x="1733749" y="18875"/>
                  </a:lnTo>
                  <a:lnTo>
                    <a:pt x="1779324" y="27000"/>
                  </a:lnTo>
                  <a:lnTo>
                    <a:pt x="1824419" y="36529"/>
                  </a:lnTo>
                  <a:lnTo>
                    <a:pt x="1869011" y="47439"/>
                  </a:lnTo>
                  <a:lnTo>
                    <a:pt x="1913080" y="59707"/>
                  </a:lnTo>
                  <a:lnTo>
                    <a:pt x="1956602" y="73311"/>
                  </a:lnTo>
                  <a:lnTo>
                    <a:pt x="1999556" y="88227"/>
                  </a:lnTo>
                  <a:lnTo>
                    <a:pt x="2041921" y="104434"/>
                  </a:lnTo>
                  <a:lnTo>
                    <a:pt x="2083673" y="121908"/>
                  </a:lnTo>
                  <a:lnTo>
                    <a:pt x="2124791" y="140627"/>
                  </a:lnTo>
                  <a:lnTo>
                    <a:pt x="2165254" y="160569"/>
                  </a:lnTo>
                  <a:lnTo>
                    <a:pt x="2205038" y="181709"/>
                  </a:lnTo>
                  <a:lnTo>
                    <a:pt x="2244123" y="204027"/>
                  </a:lnTo>
                  <a:lnTo>
                    <a:pt x="2282485" y="227498"/>
                  </a:lnTo>
                  <a:lnTo>
                    <a:pt x="2320104" y="252101"/>
                  </a:lnTo>
                  <a:lnTo>
                    <a:pt x="2356957" y="277812"/>
                  </a:lnTo>
                  <a:lnTo>
                    <a:pt x="2393022" y="304610"/>
                  </a:lnTo>
                  <a:lnTo>
                    <a:pt x="2428278" y="332470"/>
                  </a:lnTo>
                  <a:lnTo>
                    <a:pt x="2462701" y="361371"/>
                  </a:lnTo>
                  <a:lnTo>
                    <a:pt x="2496271" y="391290"/>
                  </a:lnTo>
                  <a:lnTo>
                    <a:pt x="2528965" y="422204"/>
                  </a:lnTo>
                  <a:lnTo>
                    <a:pt x="2560761" y="454091"/>
                  </a:lnTo>
                  <a:lnTo>
                    <a:pt x="2591638" y="486927"/>
                  </a:lnTo>
                  <a:lnTo>
                    <a:pt x="2621573" y="520691"/>
                  </a:lnTo>
                  <a:lnTo>
                    <a:pt x="2650545" y="555359"/>
                  </a:lnTo>
                  <a:lnTo>
                    <a:pt x="2678530" y="590908"/>
                  </a:lnTo>
                  <a:lnTo>
                    <a:pt x="2705509" y="627317"/>
                  </a:lnTo>
                  <a:lnTo>
                    <a:pt x="2731457" y="664561"/>
                  </a:lnTo>
                  <a:lnTo>
                    <a:pt x="2756354" y="702620"/>
                  </a:lnTo>
                  <a:lnTo>
                    <a:pt x="2780178" y="741469"/>
                  </a:lnTo>
                  <a:lnTo>
                    <a:pt x="2802906" y="781086"/>
                  </a:lnTo>
                  <a:lnTo>
                    <a:pt x="2824516" y="821449"/>
                  </a:lnTo>
                  <a:lnTo>
                    <a:pt x="2844988" y="862535"/>
                  </a:lnTo>
                  <a:lnTo>
                    <a:pt x="2864297" y="904321"/>
                  </a:lnTo>
                  <a:lnTo>
                    <a:pt x="2882423" y="946784"/>
                  </a:lnTo>
                  <a:lnTo>
                    <a:pt x="2899344" y="989902"/>
                  </a:lnTo>
                  <a:lnTo>
                    <a:pt x="2915038" y="1033652"/>
                  </a:lnTo>
                  <a:lnTo>
                    <a:pt x="2929482" y="1078011"/>
                  </a:lnTo>
                  <a:lnTo>
                    <a:pt x="2942655" y="1122957"/>
                  </a:lnTo>
                  <a:lnTo>
                    <a:pt x="2954534" y="1168467"/>
                  </a:lnTo>
                  <a:lnTo>
                    <a:pt x="2965099" y="1214518"/>
                  </a:lnTo>
                  <a:lnTo>
                    <a:pt x="2974326" y="1261087"/>
                  </a:lnTo>
                  <a:lnTo>
                    <a:pt x="2982193" y="1308153"/>
                  </a:lnTo>
                  <a:lnTo>
                    <a:pt x="2988680" y="1355691"/>
                  </a:lnTo>
                  <a:lnTo>
                    <a:pt x="2993763" y="1403680"/>
                  </a:lnTo>
                  <a:lnTo>
                    <a:pt x="2997421" y="1452097"/>
                  </a:lnTo>
                  <a:lnTo>
                    <a:pt x="2999632" y="1500918"/>
                  </a:lnTo>
                  <a:lnTo>
                    <a:pt x="3000374" y="1550123"/>
                  </a:lnTo>
                  <a:lnTo>
                    <a:pt x="3000374" y="4090759"/>
                  </a:lnTo>
                  <a:lnTo>
                    <a:pt x="2999632" y="4139963"/>
                  </a:lnTo>
                  <a:lnTo>
                    <a:pt x="2997421" y="4188785"/>
                  </a:lnTo>
                  <a:lnTo>
                    <a:pt x="2993763" y="4237202"/>
                  </a:lnTo>
                  <a:lnTo>
                    <a:pt x="2988680" y="4285191"/>
                  </a:lnTo>
                  <a:lnTo>
                    <a:pt x="2982193" y="4332729"/>
                  </a:lnTo>
                  <a:lnTo>
                    <a:pt x="2974326" y="4379794"/>
                  </a:lnTo>
                  <a:lnTo>
                    <a:pt x="2965099" y="4426364"/>
                  </a:lnTo>
                  <a:lnTo>
                    <a:pt x="2954534" y="4472415"/>
                  </a:lnTo>
                  <a:lnTo>
                    <a:pt x="2942655" y="4517925"/>
                  </a:lnTo>
                  <a:lnTo>
                    <a:pt x="2929482" y="4562871"/>
                  </a:lnTo>
                  <a:lnTo>
                    <a:pt x="2915038" y="4607230"/>
                  </a:lnTo>
                  <a:lnTo>
                    <a:pt x="2899344" y="4650980"/>
                  </a:lnTo>
                  <a:lnTo>
                    <a:pt x="2882424" y="4694098"/>
                  </a:lnTo>
                  <a:lnTo>
                    <a:pt x="2864297" y="4736561"/>
                  </a:lnTo>
                  <a:lnTo>
                    <a:pt x="2844988" y="4778347"/>
                  </a:lnTo>
                  <a:lnTo>
                    <a:pt x="2824517" y="4819433"/>
                  </a:lnTo>
                  <a:lnTo>
                    <a:pt x="2802906" y="4859795"/>
                  </a:lnTo>
                  <a:lnTo>
                    <a:pt x="2780178" y="4899413"/>
                  </a:lnTo>
                  <a:lnTo>
                    <a:pt x="2756355" y="4938262"/>
                  </a:lnTo>
                  <a:lnTo>
                    <a:pt x="2731457" y="4976320"/>
                  </a:lnTo>
                  <a:lnTo>
                    <a:pt x="2705509" y="5013565"/>
                  </a:lnTo>
                  <a:lnTo>
                    <a:pt x="2678531" y="5049974"/>
                  </a:lnTo>
                  <a:lnTo>
                    <a:pt x="2650545" y="5085523"/>
                  </a:lnTo>
                  <a:lnTo>
                    <a:pt x="2621573" y="5120191"/>
                  </a:lnTo>
                  <a:lnTo>
                    <a:pt x="2591638" y="5153954"/>
                  </a:lnTo>
                  <a:lnTo>
                    <a:pt x="2560762" y="5186791"/>
                  </a:lnTo>
                  <a:lnTo>
                    <a:pt x="2528965" y="5218677"/>
                  </a:lnTo>
                  <a:lnTo>
                    <a:pt x="2496271" y="5249592"/>
                  </a:lnTo>
                  <a:lnTo>
                    <a:pt x="2462701" y="5279511"/>
                  </a:lnTo>
                  <a:lnTo>
                    <a:pt x="2428278" y="5308412"/>
                  </a:lnTo>
                  <a:lnTo>
                    <a:pt x="2393022" y="5336272"/>
                  </a:lnTo>
                  <a:lnTo>
                    <a:pt x="2356957" y="5363070"/>
                  </a:lnTo>
                  <a:lnTo>
                    <a:pt x="2320104" y="5388781"/>
                  </a:lnTo>
                  <a:lnTo>
                    <a:pt x="2282486" y="5413384"/>
                  </a:lnTo>
                  <a:lnTo>
                    <a:pt x="2244123" y="5436855"/>
                  </a:lnTo>
                  <a:lnTo>
                    <a:pt x="2205038" y="5459173"/>
                  </a:lnTo>
                  <a:lnTo>
                    <a:pt x="2165254" y="5480313"/>
                  </a:lnTo>
                  <a:lnTo>
                    <a:pt x="2124791" y="5500254"/>
                  </a:lnTo>
                  <a:lnTo>
                    <a:pt x="2083673" y="5518974"/>
                  </a:lnTo>
                  <a:lnTo>
                    <a:pt x="2041921" y="5536448"/>
                  </a:lnTo>
                  <a:lnTo>
                    <a:pt x="1999556" y="5552655"/>
                  </a:lnTo>
                  <a:lnTo>
                    <a:pt x="1956602" y="5567571"/>
                  </a:lnTo>
                  <a:lnTo>
                    <a:pt x="1913080" y="5581175"/>
                  </a:lnTo>
                  <a:lnTo>
                    <a:pt x="1869011" y="5593443"/>
                  </a:lnTo>
                  <a:lnTo>
                    <a:pt x="1824419" y="5604353"/>
                  </a:lnTo>
                  <a:lnTo>
                    <a:pt x="1779324" y="5613881"/>
                  </a:lnTo>
                  <a:lnTo>
                    <a:pt x="1733749" y="5622007"/>
                  </a:lnTo>
                  <a:lnTo>
                    <a:pt x="1687716" y="5628705"/>
                  </a:lnTo>
                  <a:lnTo>
                    <a:pt x="1641247" y="5633955"/>
                  </a:lnTo>
                  <a:lnTo>
                    <a:pt x="1594364" y="5637733"/>
                  </a:lnTo>
                  <a:lnTo>
                    <a:pt x="1572284" y="563879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98274" y="2713395"/>
              <a:ext cx="3002280" cy="6280150"/>
            </a:xfrm>
            <a:custGeom>
              <a:avLst/>
              <a:gdLst/>
              <a:ahLst/>
              <a:cxnLst/>
              <a:rect l="l" t="t" r="r" b="b"/>
              <a:pathLst>
                <a:path w="3002279" h="6280150">
                  <a:moveTo>
                    <a:pt x="0" y="4730049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1" y="6827"/>
                  </a:lnTo>
                  <a:lnTo>
                    <a:pt x="1406076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3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3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39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7" y="203936"/>
                  </a:lnTo>
                  <a:lnTo>
                    <a:pt x="2284082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6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3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4730049"/>
                  </a:lnTo>
                  <a:lnTo>
                    <a:pt x="3001262" y="4779256"/>
                  </a:lnTo>
                  <a:lnTo>
                    <a:pt x="2999051" y="4828080"/>
                  </a:lnTo>
                  <a:lnTo>
                    <a:pt x="2995393" y="4876499"/>
                  </a:lnTo>
                  <a:lnTo>
                    <a:pt x="2990309" y="4924490"/>
                  </a:lnTo>
                  <a:lnTo>
                    <a:pt x="2983823" y="4972031"/>
                  </a:lnTo>
                  <a:lnTo>
                    <a:pt x="2975954" y="5019098"/>
                  </a:lnTo>
                  <a:lnTo>
                    <a:pt x="2966727" y="5065670"/>
                  </a:lnTo>
                  <a:lnTo>
                    <a:pt x="2956162" y="5111723"/>
                  </a:lnTo>
                  <a:lnTo>
                    <a:pt x="2944282" y="5157235"/>
                  </a:lnTo>
                  <a:lnTo>
                    <a:pt x="2931109" y="5202183"/>
                  </a:lnTo>
                  <a:lnTo>
                    <a:pt x="2916664" y="5246544"/>
                  </a:lnTo>
                  <a:lnTo>
                    <a:pt x="2900970" y="5290296"/>
                  </a:lnTo>
                  <a:lnTo>
                    <a:pt x="2884048" y="5333416"/>
                  </a:lnTo>
                  <a:lnTo>
                    <a:pt x="2865921" y="5375881"/>
                  </a:lnTo>
                  <a:lnTo>
                    <a:pt x="2846610" y="5417669"/>
                  </a:lnTo>
                  <a:lnTo>
                    <a:pt x="2826138" y="5458757"/>
                  </a:lnTo>
                  <a:lnTo>
                    <a:pt x="2804527" y="5499122"/>
                  </a:lnTo>
                  <a:lnTo>
                    <a:pt x="2781798" y="5538741"/>
                  </a:lnTo>
                  <a:lnTo>
                    <a:pt x="2757973" y="5577592"/>
                  </a:lnTo>
                  <a:lnTo>
                    <a:pt x="2733075" y="5615652"/>
                  </a:lnTo>
                  <a:lnTo>
                    <a:pt x="2707125" y="5652899"/>
                  </a:lnTo>
                  <a:lnTo>
                    <a:pt x="2680145" y="5689309"/>
                  </a:lnTo>
                  <a:lnTo>
                    <a:pt x="2652158" y="5724860"/>
                  </a:lnTo>
                  <a:lnTo>
                    <a:pt x="2623186" y="5759529"/>
                  </a:lnTo>
                  <a:lnTo>
                    <a:pt x="2593249" y="5793294"/>
                  </a:lnTo>
                  <a:lnTo>
                    <a:pt x="2562371" y="5826132"/>
                  </a:lnTo>
                  <a:lnTo>
                    <a:pt x="2530573" y="5858020"/>
                  </a:lnTo>
                  <a:lnTo>
                    <a:pt x="2497877" y="5888936"/>
                  </a:lnTo>
                  <a:lnTo>
                    <a:pt x="2464306" y="5918856"/>
                  </a:lnTo>
                  <a:lnTo>
                    <a:pt x="2429881" y="5947759"/>
                  </a:lnTo>
                  <a:lnTo>
                    <a:pt x="2394624" y="5975621"/>
                  </a:lnTo>
                  <a:lnTo>
                    <a:pt x="2358557" y="6002419"/>
                  </a:lnTo>
                  <a:lnTo>
                    <a:pt x="2321702" y="6028132"/>
                  </a:lnTo>
                  <a:lnTo>
                    <a:pt x="2284082" y="6052736"/>
                  </a:lnTo>
                  <a:lnTo>
                    <a:pt x="2245717" y="6076208"/>
                  </a:lnTo>
                  <a:lnTo>
                    <a:pt x="2206631" y="6098527"/>
                  </a:lnTo>
                  <a:lnTo>
                    <a:pt x="2166845" y="6119668"/>
                  </a:lnTo>
                  <a:lnTo>
                    <a:pt x="2126380" y="6139610"/>
                  </a:lnTo>
                  <a:lnTo>
                    <a:pt x="2085260" y="6158330"/>
                  </a:lnTo>
                  <a:lnTo>
                    <a:pt x="2043506" y="6175806"/>
                  </a:lnTo>
                  <a:lnTo>
                    <a:pt x="2001139" y="6192013"/>
                  </a:lnTo>
                  <a:lnTo>
                    <a:pt x="1958183" y="6206930"/>
                  </a:lnTo>
                  <a:lnTo>
                    <a:pt x="1914659" y="6220535"/>
                  </a:lnTo>
                  <a:lnTo>
                    <a:pt x="1870588" y="6232803"/>
                  </a:lnTo>
                  <a:lnTo>
                    <a:pt x="1825993" y="6243714"/>
                  </a:lnTo>
                  <a:lnTo>
                    <a:pt x="1780897" y="6253243"/>
                  </a:lnTo>
                  <a:lnTo>
                    <a:pt x="1735320" y="6261368"/>
                  </a:lnTo>
                  <a:lnTo>
                    <a:pt x="1689285" y="6268067"/>
                  </a:lnTo>
                  <a:lnTo>
                    <a:pt x="1642813" y="6273317"/>
                  </a:lnTo>
                  <a:lnTo>
                    <a:pt x="1595928" y="6277095"/>
                  </a:lnTo>
                  <a:lnTo>
                    <a:pt x="1548650" y="6279378"/>
                  </a:lnTo>
                  <a:lnTo>
                    <a:pt x="1501002" y="6280145"/>
                  </a:lnTo>
                  <a:lnTo>
                    <a:pt x="1453354" y="6279378"/>
                  </a:lnTo>
                  <a:lnTo>
                    <a:pt x="1406076" y="6277095"/>
                  </a:lnTo>
                  <a:lnTo>
                    <a:pt x="1359191" y="6273317"/>
                  </a:lnTo>
                  <a:lnTo>
                    <a:pt x="1312719" y="6268067"/>
                  </a:lnTo>
                  <a:lnTo>
                    <a:pt x="1266684" y="6261368"/>
                  </a:lnTo>
                  <a:lnTo>
                    <a:pt x="1221107" y="6253243"/>
                  </a:lnTo>
                  <a:lnTo>
                    <a:pt x="1176011" y="6243714"/>
                  </a:lnTo>
                  <a:lnTo>
                    <a:pt x="1131416" y="6232803"/>
                  </a:lnTo>
                  <a:lnTo>
                    <a:pt x="1087345" y="6220535"/>
                  </a:lnTo>
                  <a:lnTo>
                    <a:pt x="1043821" y="6206930"/>
                  </a:lnTo>
                  <a:lnTo>
                    <a:pt x="1000865" y="6192013"/>
                  </a:lnTo>
                  <a:lnTo>
                    <a:pt x="958498" y="6175806"/>
                  </a:lnTo>
                  <a:lnTo>
                    <a:pt x="916744" y="6158330"/>
                  </a:lnTo>
                  <a:lnTo>
                    <a:pt x="875624" y="6139610"/>
                  </a:lnTo>
                  <a:lnTo>
                    <a:pt x="835159" y="6119668"/>
                  </a:lnTo>
                  <a:lnTo>
                    <a:pt x="795373" y="6098527"/>
                  </a:lnTo>
                  <a:lnTo>
                    <a:pt x="756287" y="6076208"/>
                  </a:lnTo>
                  <a:lnTo>
                    <a:pt x="717922" y="6052736"/>
                  </a:lnTo>
                  <a:lnTo>
                    <a:pt x="680302" y="6028132"/>
                  </a:lnTo>
                  <a:lnTo>
                    <a:pt x="643447" y="6002419"/>
                  </a:lnTo>
                  <a:lnTo>
                    <a:pt x="607380" y="5975621"/>
                  </a:lnTo>
                  <a:lnTo>
                    <a:pt x="572123" y="5947759"/>
                  </a:lnTo>
                  <a:lnTo>
                    <a:pt x="537698" y="5918856"/>
                  </a:lnTo>
                  <a:lnTo>
                    <a:pt x="504126" y="5888936"/>
                  </a:lnTo>
                  <a:lnTo>
                    <a:pt x="471431" y="5858020"/>
                  </a:lnTo>
                  <a:lnTo>
                    <a:pt x="439633" y="5826132"/>
                  </a:lnTo>
                  <a:lnTo>
                    <a:pt x="408755" y="5793294"/>
                  </a:lnTo>
                  <a:lnTo>
                    <a:pt x="378818" y="5759529"/>
                  </a:lnTo>
                  <a:lnTo>
                    <a:pt x="349845" y="5724860"/>
                  </a:lnTo>
                  <a:lnTo>
                    <a:pt x="321858" y="5689309"/>
                  </a:lnTo>
                  <a:lnTo>
                    <a:pt x="294879" y="5652899"/>
                  </a:lnTo>
                  <a:lnTo>
                    <a:pt x="268929" y="5615652"/>
                  </a:lnTo>
                  <a:lnTo>
                    <a:pt x="244031" y="5577592"/>
                  </a:lnTo>
                  <a:lnTo>
                    <a:pt x="220206" y="5538741"/>
                  </a:lnTo>
                  <a:lnTo>
                    <a:pt x="197477" y="5499122"/>
                  </a:lnTo>
                  <a:lnTo>
                    <a:pt x="175865" y="5458757"/>
                  </a:lnTo>
                  <a:lnTo>
                    <a:pt x="155393" y="5417669"/>
                  </a:lnTo>
                  <a:lnTo>
                    <a:pt x="136083" y="5375881"/>
                  </a:lnTo>
                  <a:lnTo>
                    <a:pt x="117956" y="5333416"/>
                  </a:lnTo>
                  <a:lnTo>
                    <a:pt x="101034" y="5290296"/>
                  </a:lnTo>
                  <a:lnTo>
                    <a:pt x="85340" y="5246544"/>
                  </a:lnTo>
                  <a:lnTo>
                    <a:pt x="70895" y="5202183"/>
                  </a:lnTo>
                  <a:lnTo>
                    <a:pt x="57722" y="5157235"/>
                  </a:lnTo>
                  <a:lnTo>
                    <a:pt x="45841" y="5111723"/>
                  </a:lnTo>
                  <a:lnTo>
                    <a:pt x="35277" y="5065670"/>
                  </a:lnTo>
                  <a:lnTo>
                    <a:pt x="26049" y="5019098"/>
                  </a:lnTo>
                  <a:lnTo>
                    <a:pt x="18181" y="4972031"/>
                  </a:lnTo>
                  <a:lnTo>
                    <a:pt x="11694" y="4924490"/>
                  </a:lnTo>
                  <a:lnTo>
                    <a:pt x="6611" y="4876499"/>
                  </a:lnTo>
                  <a:lnTo>
                    <a:pt x="2953" y="4828080"/>
                  </a:lnTo>
                  <a:lnTo>
                    <a:pt x="741" y="4779256"/>
                  </a:lnTo>
                  <a:lnTo>
                    <a:pt x="0" y="4730049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99903" y="2713394"/>
              <a:ext cx="3000375" cy="6276975"/>
            </a:xfrm>
            <a:custGeom>
              <a:avLst/>
              <a:gdLst/>
              <a:ahLst/>
              <a:cxnLst/>
              <a:rect l="l" t="t" r="r" b="b"/>
              <a:pathLst>
                <a:path w="3000375" h="6276975">
                  <a:moveTo>
                    <a:pt x="1404517" y="6276974"/>
                  </a:moveTo>
                  <a:lnTo>
                    <a:pt x="1357638" y="6273146"/>
                  </a:lnTo>
                  <a:lnTo>
                    <a:pt x="1311169" y="6267897"/>
                  </a:lnTo>
                  <a:lnTo>
                    <a:pt x="1265136" y="6261198"/>
                  </a:lnTo>
                  <a:lnTo>
                    <a:pt x="1219561" y="6253073"/>
                  </a:lnTo>
                  <a:lnTo>
                    <a:pt x="1174467" y="6243544"/>
                  </a:lnTo>
                  <a:lnTo>
                    <a:pt x="1129874" y="6232634"/>
                  </a:lnTo>
                  <a:lnTo>
                    <a:pt x="1085806" y="6220366"/>
                  </a:lnTo>
                  <a:lnTo>
                    <a:pt x="1042283" y="6206763"/>
                  </a:lnTo>
                  <a:lnTo>
                    <a:pt x="999329" y="6191846"/>
                  </a:lnTo>
                  <a:lnTo>
                    <a:pt x="956965" y="6175639"/>
                  </a:lnTo>
                  <a:lnTo>
                    <a:pt x="915212" y="6158165"/>
                  </a:lnTo>
                  <a:lnTo>
                    <a:pt x="874094" y="6139446"/>
                  </a:lnTo>
                  <a:lnTo>
                    <a:pt x="833631" y="6119504"/>
                  </a:lnTo>
                  <a:lnTo>
                    <a:pt x="793847" y="6098364"/>
                  </a:lnTo>
                  <a:lnTo>
                    <a:pt x="754762" y="6076046"/>
                  </a:lnTo>
                  <a:lnTo>
                    <a:pt x="716400" y="6052575"/>
                  </a:lnTo>
                  <a:lnTo>
                    <a:pt x="678781" y="6027972"/>
                  </a:lnTo>
                  <a:lnTo>
                    <a:pt x="641928" y="6002261"/>
                  </a:lnTo>
                  <a:lnTo>
                    <a:pt x="605863" y="5975463"/>
                  </a:lnTo>
                  <a:lnTo>
                    <a:pt x="570608" y="5947603"/>
                  </a:lnTo>
                  <a:lnTo>
                    <a:pt x="536184" y="5918702"/>
                  </a:lnTo>
                  <a:lnTo>
                    <a:pt x="502614" y="5888783"/>
                  </a:lnTo>
                  <a:lnTo>
                    <a:pt x="469920" y="5857868"/>
                  </a:lnTo>
                  <a:lnTo>
                    <a:pt x="438124" y="5825982"/>
                  </a:lnTo>
                  <a:lnTo>
                    <a:pt x="407247" y="5793145"/>
                  </a:lnTo>
                  <a:lnTo>
                    <a:pt x="377312" y="5759382"/>
                  </a:lnTo>
                  <a:lnTo>
                    <a:pt x="348340" y="5724714"/>
                  </a:lnTo>
                  <a:lnTo>
                    <a:pt x="320355" y="5689165"/>
                  </a:lnTo>
                  <a:lnTo>
                    <a:pt x="293376" y="5652756"/>
                  </a:lnTo>
                  <a:lnTo>
                    <a:pt x="267428" y="5615512"/>
                  </a:lnTo>
                  <a:lnTo>
                    <a:pt x="242531" y="5577453"/>
                  </a:lnTo>
                  <a:lnTo>
                    <a:pt x="218707" y="5538604"/>
                  </a:lnTo>
                  <a:lnTo>
                    <a:pt x="195979" y="5498987"/>
                  </a:lnTo>
                  <a:lnTo>
                    <a:pt x="174369" y="5458624"/>
                  </a:lnTo>
                  <a:lnTo>
                    <a:pt x="153898" y="5417538"/>
                  </a:lnTo>
                  <a:lnTo>
                    <a:pt x="134588" y="5375752"/>
                  </a:lnTo>
                  <a:lnTo>
                    <a:pt x="116462" y="5333289"/>
                  </a:lnTo>
                  <a:lnTo>
                    <a:pt x="99541" y="5290171"/>
                  </a:lnTo>
                  <a:lnTo>
                    <a:pt x="83847" y="5246421"/>
                  </a:lnTo>
                  <a:lnTo>
                    <a:pt x="69403" y="5202062"/>
                  </a:lnTo>
                  <a:lnTo>
                    <a:pt x="56230" y="5157116"/>
                  </a:lnTo>
                  <a:lnTo>
                    <a:pt x="44351" y="5111606"/>
                  </a:lnTo>
                  <a:lnTo>
                    <a:pt x="33787" y="5065555"/>
                  </a:lnTo>
                  <a:lnTo>
                    <a:pt x="24560" y="5018986"/>
                  </a:lnTo>
                  <a:lnTo>
                    <a:pt x="16692" y="4971920"/>
                  </a:lnTo>
                  <a:lnTo>
                    <a:pt x="10205" y="4924382"/>
                  </a:lnTo>
                  <a:lnTo>
                    <a:pt x="5122" y="4876393"/>
                  </a:lnTo>
                  <a:lnTo>
                    <a:pt x="1464" y="4827976"/>
                  </a:lnTo>
                  <a:lnTo>
                    <a:pt x="0" y="4795638"/>
                  </a:lnTo>
                </a:path>
                <a:path w="3000375" h="6276975">
                  <a:moveTo>
                    <a:pt x="0" y="1484462"/>
                  </a:moveTo>
                  <a:lnTo>
                    <a:pt x="5122" y="1403706"/>
                  </a:lnTo>
                  <a:lnTo>
                    <a:pt x="10206" y="1355717"/>
                  </a:lnTo>
                  <a:lnTo>
                    <a:pt x="16692" y="1308178"/>
                  </a:lnTo>
                  <a:lnTo>
                    <a:pt x="24560" y="1261113"/>
                  </a:lnTo>
                  <a:lnTo>
                    <a:pt x="33787" y="1214543"/>
                  </a:lnTo>
                  <a:lnTo>
                    <a:pt x="44351" y="1168492"/>
                  </a:lnTo>
                  <a:lnTo>
                    <a:pt x="56231" y="1122982"/>
                  </a:lnTo>
                  <a:lnTo>
                    <a:pt x="69403" y="1078036"/>
                  </a:lnTo>
                  <a:lnTo>
                    <a:pt x="83848" y="1033677"/>
                  </a:lnTo>
                  <a:lnTo>
                    <a:pt x="99541" y="989927"/>
                  </a:lnTo>
                  <a:lnTo>
                    <a:pt x="116462" y="946809"/>
                  </a:lnTo>
                  <a:lnTo>
                    <a:pt x="134588" y="904346"/>
                  </a:lnTo>
                  <a:lnTo>
                    <a:pt x="153898" y="862560"/>
                  </a:lnTo>
                  <a:lnTo>
                    <a:pt x="174369" y="821475"/>
                  </a:lnTo>
                  <a:lnTo>
                    <a:pt x="195979" y="781112"/>
                  </a:lnTo>
                  <a:lnTo>
                    <a:pt x="218708" y="741494"/>
                  </a:lnTo>
                  <a:lnTo>
                    <a:pt x="242531" y="702645"/>
                  </a:lnTo>
                  <a:lnTo>
                    <a:pt x="267428" y="664587"/>
                  </a:lnTo>
                  <a:lnTo>
                    <a:pt x="293377" y="627342"/>
                  </a:lnTo>
                  <a:lnTo>
                    <a:pt x="320355" y="590934"/>
                  </a:lnTo>
                  <a:lnTo>
                    <a:pt x="348341" y="555384"/>
                  </a:lnTo>
                  <a:lnTo>
                    <a:pt x="377312" y="520716"/>
                  </a:lnTo>
                  <a:lnTo>
                    <a:pt x="407247" y="486953"/>
                  </a:lnTo>
                  <a:lnTo>
                    <a:pt x="438124" y="454117"/>
                  </a:lnTo>
                  <a:lnTo>
                    <a:pt x="469920" y="422230"/>
                  </a:lnTo>
                  <a:lnTo>
                    <a:pt x="502614" y="391316"/>
                  </a:lnTo>
                  <a:lnTo>
                    <a:pt x="536184" y="361397"/>
                  </a:lnTo>
                  <a:lnTo>
                    <a:pt x="570608" y="332496"/>
                  </a:lnTo>
                  <a:lnTo>
                    <a:pt x="605863" y="304635"/>
                  </a:lnTo>
                  <a:lnTo>
                    <a:pt x="641928" y="277838"/>
                  </a:lnTo>
                  <a:lnTo>
                    <a:pt x="678781" y="252126"/>
                  </a:lnTo>
                  <a:lnTo>
                    <a:pt x="716400" y="227524"/>
                  </a:lnTo>
                  <a:lnTo>
                    <a:pt x="754763" y="204052"/>
                  </a:lnTo>
                  <a:lnTo>
                    <a:pt x="793847" y="181735"/>
                  </a:lnTo>
                  <a:lnTo>
                    <a:pt x="833632" y="160594"/>
                  </a:lnTo>
                  <a:lnTo>
                    <a:pt x="874094" y="140653"/>
                  </a:lnTo>
                  <a:lnTo>
                    <a:pt x="915213" y="121934"/>
                  </a:lnTo>
                  <a:lnTo>
                    <a:pt x="956965" y="104460"/>
                  </a:lnTo>
                  <a:lnTo>
                    <a:pt x="999329" y="88253"/>
                  </a:lnTo>
                  <a:lnTo>
                    <a:pt x="1042283" y="73336"/>
                  </a:lnTo>
                  <a:lnTo>
                    <a:pt x="1085806" y="59733"/>
                  </a:lnTo>
                  <a:lnTo>
                    <a:pt x="1129874" y="47465"/>
                  </a:lnTo>
                  <a:lnTo>
                    <a:pt x="1174467" y="36555"/>
                  </a:lnTo>
                  <a:lnTo>
                    <a:pt x="1219561" y="27026"/>
                  </a:lnTo>
                  <a:lnTo>
                    <a:pt x="1265136" y="18901"/>
                  </a:lnTo>
                  <a:lnTo>
                    <a:pt x="1311169" y="12202"/>
                  </a:lnTo>
                  <a:lnTo>
                    <a:pt x="1357638" y="6953"/>
                  </a:lnTo>
                  <a:lnTo>
                    <a:pt x="1404521" y="3175"/>
                  </a:lnTo>
                  <a:lnTo>
                    <a:pt x="1451797" y="892"/>
                  </a:lnTo>
                  <a:lnTo>
                    <a:pt x="1499445" y="0"/>
                  </a:lnTo>
                  <a:lnTo>
                    <a:pt x="1547088" y="892"/>
                  </a:lnTo>
                  <a:lnTo>
                    <a:pt x="1594364" y="3175"/>
                  </a:lnTo>
                  <a:lnTo>
                    <a:pt x="1641247" y="6953"/>
                  </a:lnTo>
                  <a:lnTo>
                    <a:pt x="1687716" y="12202"/>
                  </a:lnTo>
                  <a:lnTo>
                    <a:pt x="1733749" y="18901"/>
                  </a:lnTo>
                  <a:lnTo>
                    <a:pt x="1779324" y="27026"/>
                  </a:lnTo>
                  <a:lnTo>
                    <a:pt x="1824419" y="36555"/>
                  </a:lnTo>
                  <a:lnTo>
                    <a:pt x="1869011" y="47464"/>
                  </a:lnTo>
                  <a:lnTo>
                    <a:pt x="1913080" y="59733"/>
                  </a:lnTo>
                  <a:lnTo>
                    <a:pt x="1956602" y="73336"/>
                  </a:lnTo>
                  <a:lnTo>
                    <a:pt x="1999556" y="88253"/>
                  </a:lnTo>
                  <a:lnTo>
                    <a:pt x="2041921" y="104460"/>
                  </a:lnTo>
                  <a:lnTo>
                    <a:pt x="2083673" y="121934"/>
                  </a:lnTo>
                  <a:lnTo>
                    <a:pt x="2124791" y="140653"/>
                  </a:lnTo>
                  <a:lnTo>
                    <a:pt x="2165254" y="160594"/>
                  </a:lnTo>
                  <a:lnTo>
                    <a:pt x="2205038" y="181735"/>
                  </a:lnTo>
                  <a:lnTo>
                    <a:pt x="2244123" y="204052"/>
                  </a:lnTo>
                  <a:lnTo>
                    <a:pt x="2282485" y="227524"/>
                  </a:lnTo>
                  <a:lnTo>
                    <a:pt x="2320104" y="252126"/>
                  </a:lnTo>
                  <a:lnTo>
                    <a:pt x="2356957" y="277838"/>
                  </a:lnTo>
                  <a:lnTo>
                    <a:pt x="2393022" y="304635"/>
                  </a:lnTo>
                  <a:lnTo>
                    <a:pt x="2428278" y="332496"/>
                  </a:lnTo>
                  <a:lnTo>
                    <a:pt x="2462701" y="361397"/>
                  </a:lnTo>
                  <a:lnTo>
                    <a:pt x="2496271" y="391316"/>
                  </a:lnTo>
                  <a:lnTo>
                    <a:pt x="2528965" y="422230"/>
                  </a:lnTo>
                  <a:lnTo>
                    <a:pt x="2560761" y="454116"/>
                  </a:lnTo>
                  <a:lnTo>
                    <a:pt x="2591638" y="486953"/>
                  </a:lnTo>
                  <a:lnTo>
                    <a:pt x="2621573" y="520716"/>
                  </a:lnTo>
                  <a:lnTo>
                    <a:pt x="2650545" y="555384"/>
                  </a:lnTo>
                  <a:lnTo>
                    <a:pt x="2678530" y="590934"/>
                  </a:lnTo>
                  <a:lnTo>
                    <a:pt x="2705509" y="627342"/>
                  </a:lnTo>
                  <a:lnTo>
                    <a:pt x="2731457" y="664587"/>
                  </a:lnTo>
                  <a:lnTo>
                    <a:pt x="2756354" y="702645"/>
                  </a:lnTo>
                  <a:lnTo>
                    <a:pt x="2780178" y="741494"/>
                  </a:lnTo>
                  <a:lnTo>
                    <a:pt x="2802906" y="781112"/>
                  </a:lnTo>
                  <a:lnTo>
                    <a:pt x="2824517" y="821475"/>
                  </a:lnTo>
                  <a:lnTo>
                    <a:pt x="2844988" y="862560"/>
                  </a:lnTo>
                  <a:lnTo>
                    <a:pt x="2864297" y="904346"/>
                  </a:lnTo>
                  <a:lnTo>
                    <a:pt x="2882424" y="946809"/>
                  </a:lnTo>
                  <a:lnTo>
                    <a:pt x="2899344" y="989927"/>
                  </a:lnTo>
                  <a:lnTo>
                    <a:pt x="2915038" y="1033677"/>
                  </a:lnTo>
                  <a:lnTo>
                    <a:pt x="2929482" y="1078036"/>
                  </a:lnTo>
                  <a:lnTo>
                    <a:pt x="2942655" y="1122982"/>
                  </a:lnTo>
                  <a:lnTo>
                    <a:pt x="2954534" y="1168492"/>
                  </a:lnTo>
                  <a:lnTo>
                    <a:pt x="2965099" y="1214543"/>
                  </a:lnTo>
                  <a:lnTo>
                    <a:pt x="2974326" y="1261113"/>
                  </a:lnTo>
                  <a:lnTo>
                    <a:pt x="2982193" y="1308178"/>
                  </a:lnTo>
                  <a:lnTo>
                    <a:pt x="2988680" y="1355717"/>
                  </a:lnTo>
                  <a:lnTo>
                    <a:pt x="2993763" y="1403706"/>
                  </a:lnTo>
                  <a:lnTo>
                    <a:pt x="2997421" y="1452122"/>
                  </a:lnTo>
                  <a:lnTo>
                    <a:pt x="2999632" y="1500944"/>
                  </a:lnTo>
                  <a:lnTo>
                    <a:pt x="3000374" y="1550148"/>
                  </a:lnTo>
                  <a:lnTo>
                    <a:pt x="3000374" y="4729950"/>
                  </a:lnTo>
                  <a:lnTo>
                    <a:pt x="2999632" y="4779154"/>
                  </a:lnTo>
                  <a:lnTo>
                    <a:pt x="2997421" y="4827976"/>
                  </a:lnTo>
                  <a:lnTo>
                    <a:pt x="2993763" y="4876393"/>
                  </a:lnTo>
                  <a:lnTo>
                    <a:pt x="2988680" y="4924382"/>
                  </a:lnTo>
                  <a:lnTo>
                    <a:pt x="2982194" y="4971920"/>
                  </a:lnTo>
                  <a:lnTo>
                    <a:pt x="2974326" y="5018986"/>
                  </a:lnTo>
                  <a:lnTo>
                    <a:pt x="2965099" y="5065555"/>
                  </a:lnTo>
                  <a:lnTo>
                    <a:pt x="2954535" y="5111606"/>
                  </a:lnTo>
                  <a:lnTo>
                    <a:pt x="2942655" y="5157116"/>
                  </a:lnTo>
                  <a:lnTo>
                    <a:pt x="2929482" y="5202062"/>
                  </a:lnTo>
                  <a:lnTo>
                    <a:pt x="2915038" y="5246421"/>
                  </a:lnTo>
                  <a:lnTo>
                    <a:pt x="2899345" y="5290171"/>
                  </a:lnTo>
                  <a:lnTo>
                    <a:pt x="2882424" y="5333289"/>
                  </a:lnTo>
                  <a:lnTo>
                    <a:pt x="2864298" y="5375752"/>
                  </a:lnTo>
                  <a:lnTo>
                    <a:pt x="2844988" y="5417538"/>
                  </a:lnTo>
                  <a:lnTo>
                    <a:pt x="2824517" y="5458624"/>
                  </a:lnTo>
                  <a:lnTo>
                    <a:pt x="2802906" y="5498987"/>
                  </a:lnTo>
                  <a:lnTo>
                    <a:pt x="2780178" y="5538604"/>
                  </a:lnTo>
                  <a:lnTo>
                    <a:pt x="2756355" y="5577453"/>
                  </a:lnTo>
                  <a:lnTo>
                    <a:pt x="2731458" y="5615512"/>
                  </a:lnTo>
                  <a:lnTo>
                    <a:pt x="2705509" y="5652756"/>
                  </a:lnTo>
                  <a:lnTo>
                    <a:pt x="2678531" y="5689165"/>
                  </a:lnTo>
                  <a:lnTo>
                    <a:pt x="2650545" y="5724714"/>
                  </a:lnTo>
                  <a:lnTo>
                    <a:pt x="2621574" y="5759382"/>
                  </a:lnTo>
                  <a:lnTo>
                    <a:pt x="2591639" y="5793146"/>
                  </a:lnTo>
                  <a:lnTo>
                    <a:pt x="2560762" y="5825982"/>
                  </a:lnTo>
                  <a:lnTo>
                    <a:pt x="2528965" y="5857869"/>
                  </a:lnTo>
                  <a:lnTo>
                    <a:pt x="2496271" y="5888783"/>
                  </a:lnTo>
                  <a:lnTo>
                    <a:pt x="2462702" y="5918702"/>
                  </a:lnTo>
                  <a:lnTo>
                    <a:pt x="2428278" y="5947603"/>
                  </a:lnTo>
                  <a:lnTo>
                    <a:pt x="2393023" y="5975464"/>
                  </a:lnTo>
                  <a:lnTo>
                    <a:pt x="2356957" y="6002261"/>
                  </a:lnTo>
                  <a:lnTo>
                    <a:pt x="2320104" y="6027972"/>
                  </a:lnTo>
                  <a:lnTo>
                    <a:pt x="2282486" y="6052575"/>
                  </a:lnTo>
                  <a:lnTo>
                    <a:pt x="2244123" y="6076047"/>
                  </a:lnTo>
                  <a:lnTo>
                    <a:pt x="2205038" y="6098364"/>
                  </a:lnTo>
                  <a:lnTo>
                    <a:pt x="2165254" y="6119505"/>
                  </a:lnTo>
                  <a:lnTo>
                    <a:pt x="2124792" y="6139446"/>
                  </a:lnTo>
                  <a:lnTo>
                    <a:pt x="2083673" y="6158165"/>
                  </a:lnTo>
                  <a:lnTo>
                    <a:pt x="2041921" y="6175639"/>
                  </a:lnTo>
                  <a:lnTo>
                    <a:pt x="1999557" y="6191846"/>
                  </a:lnTo>
                  <a:lnTo>
                    <a:pt x="1956602" y="6206763"/>
                  </a:lnTo>
                  <a:lnTo>
                    <a:pt x="1913080" y="6220366"/>
                  </a:lnTo>
                  <a:lnTo>
                    <a:pt x="1869011" y="6232634"/>
                  </a:lnTo>
                  <a:lnTo>
                    <a:pt x="1824419" y="6243544"/>
                  </a:lnTo>
                  <a:lnTo>
                    <a:pt x="1779324" y="6253073"/>
                  </a:lnTo>
                  <a:lnTo>
                    <a:pt x="1733749" y="6261198"/>
                  </a:lnTo>
                  <a:lnTo>
                    <a:pt x="1687716" y="6267897"/>
                  </a:lnTo>
                  <a:lnTo>
                    <a:pt x="1641247" y="6273146"/>
                  </a:lnTo>
                  <a:lnTo>
                    <a:pt x="1594368" y="6276974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02734" y="2448704"/>
              <a:ext cx="3002280" cy="6809740"/>
            </a:xfrm>
            <a:custGeom>
              <a:avLst/>
              <a:gdLst/>
              <a:ahLst/>
              <a:cxnLst/>
              <a:rect l="l" t="t" r="r" b="b"/>
              <a:pathLst>
                <a:path w="3002280" h="6809740">
                  <a:moveTo>
                    <a:pt x="0" y="5259471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1" y="252012"/>
                  </a:lnTo>
                  <a:lnTo>
                    <a:pt x="717922" y="227409"/>
                  </a:lnTo>
                  <a:lnTo>
                    <a:pt x="756286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3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4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5" y="47341"/>
                  </a:lnTo>
                  <a:lnTo>
                    <a:pt x="1176010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0" y="6827"/>
                  </a:lnTo>
                  <a:lnTo>
                    <a:pt x="1406075" y="3049"/>
                  </a:lnTo>
                  <a:lnTo>
                    <a:pt x="1453353" y="766"/>
                  </a:lnTo>
                  <a:lnTo>
                    <a:pt x="1501001" y="0"/>
                  </a:lnTo>
                  <a:lnTo>
                    <a:pt x="1548649" y="766"/>
                  </a:lnTo>
                  <a:lnTo>
                    <a:pt x="1595927" y="3049"/>
                  </a:lnTo>
                  <a:lnTo>
                    <a:pt x="1642813" y="6827"/>
                  </a:lnTo>
                  <a:lnTo>
                    <a:pt x="1689284" y="12077"/>
                  </a:lnTo>
                  <a:lnTo>
                    <a:pt x="1735319" y="18776"/>
                  </a:lnTo>
                  <a:lnTo>
                    <a:pt x="1780896" y="26901"/>
                  </a:lnTo>
                  <a:lnTo>
                    <a:pt x="1825993" y="36431"/>
                  </a:lnTo>
                  <a:lnTo>
                    <a:pt x="1870587" y="47341"/>
                  </a:lnTo>
                  <a:lnTo>
                    <a:pt x="1914658" y="59610"/>
                  </a:lnTo>
                  <a:lnTo>
                    <a:pt x="1958182" y="73214"/>
                  </a:lnTo>
                  <a:lnTo>
                    <a:pt x="2001139" y="88131"/>
                  </a:lnTo>
                  <a:lnTo>
                    <a:pt x="2043505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4" y="160476"/>
                  </a:lnTo>
                  <a:lnTo>
                    <a:pt x="2206630" y="181618"/>
                  </a:lnTo>
                  <a:lnTo>
                    <a:pt x="2245717" y="203936"/>
                  </a:lnTo>
                  <a:lnTo>
                    <a:pt x="2284081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5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7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2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5259471"/>
                  </a:lnTo>
                  <a:lnTo>
                    <a:pt x="3001262" y="5308677"/>
                  </a:lnTo>
                  <a:lnTo>
                    <a:pt x="2999051" y="5357501"/>
                  </a:lnTo>
                  <a:lnTo>
                    <a:pt x="2995393" y="5405920"/>
                  </a:lnTo>
                  <a:lnTo>
                    <a:pt x="2990309" y="5453912"/>
                  </a:lnTo>
                  <a:lnTo>
                    <a:pt x="2983822" y="5501452"/>
                  </a:lnTo>
                  <a:lnTo>
                    <a:pt x="2975954" y="5548520"/>
                  </a:lnTo>
                  <a:lnTo>
                    <a:pt x="2966727" y="5595092"/>
                  </a:lnTo>
                  <a:lnTo>
                    <a:pt x="2956162" y="5641145"/>
                  </a:lnTo>
                  <a:lnTo>
                    <a:pt x="2944282" y="5686657"/>
                  </a:lnTo>
                  <a:lnTo>
                    <a:pt x="2931109" y="5731605"/>
                  </a:lnTo>
                  <a:lnTo>
                    <a:pt x="2916664" y="5775966"/>
                  </a:lnTo>
                  <a:lnTo>
                    <a:pt x="2900970" y="5819718"/>
                  </a:lnTo>
                  <a:lnTo>
                    <a:pt x="2884048" y="5862838"/>
                  </a:lnTo>
                  <a:lnTo>
                    <a:pt x="2865921" y="5905303"/>
                  </a:lnTo>
                  <a:lnTo>
                    <a:pt x="2846610" y="5947091"/>
                  </a:lnTo>
                  <a:lnTo>
                    <a:pt x="2826138" y="5988179"/>
                  </a:lnTo>
                  <a:lnTo>
                    <a:pt x="2804527" y="6028544"/>
                  </a:lnTo>
                  <a:lnTo>
                    <a:pt x="2781797" y="6068163"/>
                  </a:lnTo>
                  <a:lnTo>
                    <a:pt x="2757973" y="6107014"/>
                  </a:lnTo>
                  <a:lnTo>
                    <a:pt x="2733075" y="6145074"/>
                  </a:lnTo>
                  <a:lnTo>
                    <a:pt x="2707125" y="6182321"/>
                  </a:lnTo>
                  <a:lnTo>
                    <a:pt x="2680145" y="6218731"/>
                  </a:lnTo>
                  <a:lnTo>
                    <a:pt x="2652158" y="6254282"/>
                  </a:lnTo>
                  <a:lnTo>
                    <a:pt x="2623185" y="6288951"/>
                  </a:lnTo>
                  <a:lnTo>
                    <a:pt x="2593249" y="6322716"/>
                  </a:lnTo>
                  <a:lnTo>
                    <a:pt x="2562371" y="6355554"/>
                  </a:lnTo>
                  <a:lnTo>
                    <a:pt x="2530573" y="6387442"/>
                  </a:lnTo>
                  <a:lnTo>
                    <a:pt x="2497877" y="6418358"/>
                  </a:lnTo>
                  <a:lnTo>
                    <a:pt x="2464306" y="6448278"/>
                  </a:lnTo>
                  <a:lnTo>
                    <a:pt x="2429881" y="6477181"/>
                  </a:lnTo>
                  <a:lnTo>
                    <a:pt x="2394624" y="6505043"/>
                  </a:lnTo>
                  <a:lnTo>
                    <a:pt x="2358557" y="6531841"/>
                  </a:lnTo>
                  <a:lnTo>
                    <a:pt x="2321702" y="6557554"/>
                  </a:lnTo>
                  <a:lnTo>
                    <a:pt x="2284081" y="6582158"/>
                  </a:lnTo>
                  <a:lnTo>
                    <a:pt x="2245717" y="6605631"/>
                  </a:lnTo>
                  <a:lnTo>
                    <a:pt x="2206630" y="6627949"/>
                  </a:lnTo>
                  <a:lnTo>
                    <a:pt x="2166844" y="6649091"/>
                  </a:lnTo>
                  <a:lnTo>
                    <a:pt x="2126380" y="6669033"/>
                  </a:lnTo>
                  <a:lnTo>
                    <a:pt x="2085260" y="6687753"/>
                  </a:lnTo>
                  <a:lnTo>
                    <a:pt x="2043505" y="6705228"/>
                  </a:lnTo>
                  <a:lnTo>
                    <a:pt x="2001139" y="6721435"/>
                  </a:lnTo>
                  <a:lnTo>
                    <a:pt x="1958182" y="6736353"/>
                  </a:lnTo>
                  <a:lnTo>
                    <a:pt x="1914658" y="6749957"/>
                  </a:lnTo>
                  <a:lnTo>
                    <a:pt x="1870587" y="6762226"/>
                  </a:lnTo>
                  <a:lnTo>
                    <a:pt x="1825993" y="6773136"/>
                  </a:lnTo>
                  <a:lnTo>
                    <a:pt x="1780896" y="6782665"/>
                  </a:lnTo>
                  <a:lnTo>
                    <a:pt x="1735319" y="6790791"/>
                  </a:lnTo>
                  <a:lnTo>
                    <a:pt x="1689284" y="6797490"/>
                  </a:lnTo>
                  <a:lnTo>
                    <a:pt x="1642813" y="6802739"/>
                  </a:lnTo>
                  <a:lnTo>
                    <a:pt x="1595927" y="6806517"/>
                  </a:lnTo>
                  <a:lnTo>
                    <a:pt x="1548649" y="6808801"/>
                  </a:lnTo>
                  <a:lnTo>
                    <a:pt x="1501001" y="6809567"/>
                  </a:lnTo>
                  <a:lnTo>
                    <a:pt x="1453353" y="6808801"/>
                  </a:lnTo>
                  <a:lnTo>
                    <a:pt x="1406075" y="6806517"/>
                  </a:lnTo>
                  <a:lnTo>
                    <a:pt x="1359190" y="6802739"/>
                  </a:lnTo>
                  <a:lnTo>
                    <a:pt x="1312719" y="6797490"/>
                  </a:lnTo>
                  <a:lnTo>
                    <a:pt x="1266684" y="6790791"/>
                  </a:lnTo>
                  <a:lnTo>
                    <a:pt x="1221107" y="6782665"/>
                  </a:lnTo>
                  <a:lnTo>
                    <a:pt x="1176010" y="6773136"/>
                  </a:lnTo>
                  <a:lnTo>
                    <a:pt x="1131415" y="6762226"/>
                  </a:lnTo>
                  <a:lnTo>
                    <a:pt x="1087345" y="6749957"/>
                  </a:lnTo>
                  <a:lnTo>
                    <a:pt x="1043821" y="6736353"/>
                  </a:lnTo>
                  <a:lnTo>
                    <a:pt x="1000864" y="6721435"/>
                  </a:lnTo>
                  <a:lnTo>
                    <a:pt x="958498" y="6705228"/>
                  </a:lnTo>
                  <a:lnTo>
                    <a:pt x="916744" y="6687753"/>
                  </a:lnTo>
                  <a:lnTo>
                    <a:pt x="875623" y="6669033"/>
                  </a:lnTo>
                  <a:lnTo>
                    <a:pt x="835159" y="6649091"/>
                  </a:lnTo>
                  <a:lnTo>
                    <a:pt x="795373" y="6627949"/>
                  </a:lnTo>
                  <a:lnTo>
                    <a:pt x="756286" y="6605631"/>
                  </a:lnTo>
                  <a:lnTo>
                    <a:pt x="717922" y="6582158"/>
                  </a:lnTo>
                  <a:lnTo>
                    <a:pt x="680301" y="6557554"/>
                  </a:lnTo>
                  <a:lnTo>
                    <a:pt x="643447" y="6531841"/>
                  </a:lnTo>
                  <a:lnTo>
                    <a:pt x="607380" y="6505043"/>
                  </a:lnTo>
                  <a:lnTo>
                    <a:pt x="572123" y="6477181"/>
                  </a:lnTo>
                  <a:lnTo>
                    <a:pt x="537698" y="6448278"/>
                  </a:lnTo>
                  <a:lnTo>
                    <a:pt x="504126" y="6418358"/>
                  </a:lnTo>
                  <a:lnTo>
                    <a:pt x="471431" y="6387442"/>
                  </a:lnTo>
                  <a:lnTo>
                    <a:pt x="439633" y="6355554"/>
                  </a:lnTo>
                  <a:lnTo>
                    <a:pt x="408755" y="6322716"/>
                  </a:lnTo>
                  <a:lnTo>
                    <a:pt x="378818" y="6288951"/>
                  </a:lnTo>
                  <a:lnTo>
                    <a:pt x="349845" y="6254282"/>
                  </a:lnTo>
                  <a:lnTo>
                    <a:pt x="321858" y="6218731"/>
                  </a:lnTo>
                  <a:lnTo>
                    <a:pt x="294879" y="6182321"/>
                  </a:lnTo>
                  <a:lnTo>
                    <a:pt x="268929" y="6145074"/>
                  </a:lnTo>
                  <a:lnTo>
                    <a:pt x="244031" y="6107014"/>
                  </a:lnTo>
                  <a:lnTo>
                    <a:pt x="220206" y="6068163"/>
                  </a:lnTo>
                  <a:lnTo>
                    <a:pt x="197477" y="6028544"/>
                  </a:lnTo>
                  <a:lnTo>
                    <a:pt x="175865" y="5988179"/>
                  </a:lnTo>
                  <a:lnTo>
                    <a:pt x="155393" y="5947091"/>
                  </a:lnTo>
                  <a:lnTo>
                    <a:pt x="136083" y="5905303"/>
                  </a:lnTo>
                  <a:lnTo>
                    <a:pt x="117956" y="5862838"/>
                  </a:lnTo>
                  <a:lnTo>
                    <a:pt x="101034" y="5819718"/>
                  </a:lnTo>
                  <a:lnTo>
                    <a:pt x="85340" y="5775966"/>
                  </a:lnTo>
                  <a:lnTo>
                    <a:pt x="70895" y="5731605"/>
                  </a:lnTo>
                  <a:lnTo>
                    <a:pt x="57722" y="5686657"/>
                  </a:lnTo>
                  <a:lnTo>
                    <a:pt x="45841" y="5641145"/>
                  </a:lnTo>
                  <a:lnTo>
                    <a:pt x="35277" y="5595092"/>
                  </a:lnTo>
                  <a:lnTo>
                    <a:pt x="26049" y="5548520"/>
                  </a:lnTo>
                  <a:lnTo>
                    <a:pt x="18181" y="5501452"/>
                  </a:lnTo>
                  <a:lnTo>
                    <a:pt x="11694" y="5453912"/>
                  </a:lnTo>
                  <a:lnTo>
                    <a:pt x="6611" y="5405920"/>
                  </a:lnTo>
                  <a:lnTo>
                    <a:pt x="2953" y="5357501"/>
                  </a:lnTo>
                  <a:lnTo>
                    <a:pt x="741" y="5308677"/>
                  </a:lnTo>
                  <a:lnTo>
                    <a:pt x="0" y="5259471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04363" y="2448704"/>
              <a:ext cx="3000375" cy="6809740"/>
            </a:xfrm>
            <a:custGeom>
              <a:avLst/>
              <a:gdLst/>
              <a:ahLst/>
              <a:cxnLst/>
              <a:rect l="l" t="t" r="r" b="b"/>
              <a:pathLst>
                <a:path w="3000375" h="6809740">
                  <a:moveTo>
                    <a:pt x="0" y="1484461"/>
                  </a:moveTo>
                  <a:lnTo>
                    <a:pt x="5123" y="1403698"/>
                  </a:lnTo>
                  <a:lnTo>
                    <a:pt x="10206" y="1355709"/>
                  </a:lnTo>
                  <a:lnTo>
                    <a:pt x="16693" y="1308170"/>
                  </a:lnTo>
                  <a:lnTo>
                    <a:pt x="24561" y="1261105"/>
                  </a:lnTo>
                  <a:lnTo>
                    <a:pt x="33788" y="1214536"/>
                  </a:lnTo>
                  <a:lnTo>
                    <a:pt x="44352" y="1168485"/>
                  </a:lnTo>
                  <a:lnTo>
                    <a:pt x="56231" y="1122975"/>
                  </a:lnTo>
                  <a:lnTo>
                    <a:pt x="69404" y="1078029"/>
                  </a:lnTo>
                  <a:lnTo>
                    <a:pt x="83848" y="1033670"/>
                  </a:lnTo>
                  <a:lnTo>
                    <a:pt x="99542" y="989920"/>
                  </a:lnTo>
                  <a:lnTo>
                    <a:pt x="116463" y="946802"/>
                  </a:lnTo>
                  <a:lnTo>
                    <a:pt x="134589" y="904339"/>
                  </a:lnTo>
                  <a:lnTo>
                    <a:pt x="153898" y="862553"/>
                  </a:lnTo>
                  <a:lnTo>
                    <a:pt x="174370" y="821467"/>
                  </a:lnTo>
                  <a:lnTo>
                    <a:pt x="195980" y="781104"/>
                  </a:lnTo>
                  <a:lnTo>
                    <a:pt x="218708" y="741487"/>
                  </a:lnTo>
                  <a:lnTo>
                    <a:pt x="242532" y="702638"/>
                  </a:lnTo>
                  <a:lnTo>
                    <a:pt x="267429" y="664579"/>
                  </a:lnTo>
                  <a:lnTo>
                    <a:pt x="293377" y="627335"/>
                  </a:lnTo>
                  <a:lnTo>
                    <a:pt x="320356" y="590926"/>
                  </a:lnTo>
                  <a:lnTo>
                    <a:pt x="348341" y="555377"/>
                  </a:lnTo>
                  <a:lnTo>
                    <a:pt x="377313" y="520709"/>
                  </a:lnTo>
                  <a:lnTo>
                    <a:pt x="407248" y="486945"/>
                  </a:lnTo>
                  <a:lnTo>
                    <a:pt x="438124" y="454109"/>
                  </a:lnTo>
                  <a:lnTo>
                    <a:pt x="469921" y="422222"/>
                  </a:lnTo>
                  <a:lnTo>
                    <a:pt x="502615" y="391308"/>
                  </a:lnTo>
                  <a:lnTo>
                    <a:pt x="536185" y="361389"/>
                  </a:lnTo>
                  <a:lnTo>
                    <a:pt x="570608" y="332488"/>
                  </a:lnTo>
                  <a:lnTo>
                    <a:pt x="605864" y="304628"/>
                  </a:lnTo>
                  <a:lnTo>
                    <a:pt x="641929" y="277830"/>
                  </a:lnTo>
                  <a:lnTo>
                    <a:pt x="678782" y="252119"/>
                  </a:lnTo>
                  <a:lnTo>
                    <a:pt x="716401" y="227516"/>
                  </a:lnTo>
                  <a:lnTo>
                    <a:pt x="754763" y="204045"/>
                  </a:lnTo>
                  <a:lnTo>
                    <a:pt x="793848" y="181727"/>
                  </a:lnTo>
                  <a:lnTo>
                    <a:pt x="833632" y="160587"/>
                  </a:lnTo>
                  <a:lnTo>
                    <a:pt x="874095" y="140645"/>
                  </a:lnTo>
                  <a:lnTo>
                    <a:pt x="915213" y="121926"/>
                  </a:lnTo>
                  <a:lnTo>
                    <a:pt x="956965" y="104452"/>
                  </a:lnTo>
                  <a:lnTo>
                    <a:pt x="999329" y="88245"/>
                  </a:lnTo>
                  <a:lnTo>
                    <a:pt x="1042284" y="73329"/>
                  </a:lnTo>
                  <a:lnTo>
                    <a:pt x="1085806" y="59725"/>
                  </a:lnTo>
                  <a:lnTo>
                    <a:pt x="1129875" y="47457"/>
                  </a:lnTo>
                  <a:lnTo>
                    <a:pt x="1174467" y="36547"/>
                  </a:lnTo>
                  <a:lnTo>
                    <a:pt x="1219562" y="27018"/>
                  </a:lnTo>
                  <a:lnTo>
                    <a:pt x="1265136" y="18893"/>
                  </a:lnTo>
                  <a:lnTo>
                    <a:pt x="1311169" y="12195"/>
                  </a:lnTo>
                  <a:lnTo>
                    <a:pt x="1357638" y="6945"/>
                  </a:lnTo>
                  <a:lnTo>
                    <a:pt x="1404522" y="3167"/>
                  </a:lnTo>
                  <a:lnTo>
                    <a:pt x="1451797" y="884"/>
                  </a:lnTo>
                  <a:lnTo>
                    <a:pt x="1499445" y="0"/>
                  </a:lnTo>
                  <a:lnTo>
                    <a:pt x="1547089" y="884"/>
                  </a:lnTo>
                  <a:lnTo>
                    <a:pt x="1594364" y="3167"/>
                  </a:lnTo>
                  <a:lnTo>
                    <a:pt x="1641247" y="6945"/>
                  </a:lnTo>
                  <a:lnTo>
                    <a:pt x="1687717" y="12195"/>
                  </a:lnTo>
                  <a:lnTo>
                    <a:pt x="1733750" y="18893"/>
                  </a:lnTo>
                  <a:lnTo>
                    <a:pt x="1779324" y="27018"/>
                  </a:lnTo>
                  <a:lnTo>
                    <a:pt x="1824419" y="36547"/>
                  </a:lnTo>
                  <a:lnTo>
                    <a:pt x="1869011" y="47457"/>
                  </a:lnTo>
                  <a:lnTo>
                    <a:pt x="1913080" y="59725"/>
                  </a:lnTo>
                  <a:lnTo>
                    <a:pt x="1956602" y="73329"/>
                  </a:lnTo>
                  <a:lnTo>
                    <a:pt x="1999557" y="88245"/>
                  </a:lnTo>
                  <a:lnTo>
                    <a:pt x="2041921" y="104452"/>
                  </a:lnTo>
                  <a:lnTo>
                    <a:pt x="2083673" y="121926"/>
                  </a:lnTo>
                  <a:lnTo>
                    <a:pt x="2124792" y="140645"/>
                  </a:lnTo>
                  <a:lnTo>
                    <a:pt x="2165254" y="160586"/>
                  </a:lnTo>
                  <a:lnTo>
                    <a:pt x="2205038" y="181727"/>
                  </a:lnTo>
                  <a:lnTo>
                    <a:pt x="2244123" y="204045"/>
                  </a:lnTo>
                  <a:lnTo>
                    <a:pt x="2282486" y="227516"/>
                  </a:lnTo>
                  <a:lnTo>
                    <a:pt x="2320104" y="252119"/>
                  </a:lnTo>
                  <a:lnTo>
                    <a:pt x="2356957" y="277830"/>
                  </a:lnTo>
                  <a:lnTo>
                    <a:pt x="2393023" y="304627"/>
                  </a:lnTo>
                  <a:lnTo>
                    <a:pt x="2428278" y="332488"/>
                  </a:lnTo>
                  <a:lnTo>
                    <a:pt x="2462701" y="361389"/>
                  </a:lnTo>
                  <a:lnTo>
                    <a:pt x="2496271" y="391308"/>
                  </a:lnTo>
                  <a:lnTo>
                    <a:pt x="2528965" y="422222"/>
                  </a:lnTo>
                  <a:lnTo>
                    <a:pt x="2560762" y="454109"/>
                  </a:lnTo>
                  <a:lnTo>
                    <a:pt x="2591639" y="486945"/>
                  </a:lnTo>
                  <a:lnTo>
                    <a:pt x="2621574" y="520709"/>
                  </a:lnTo>
                  <a:lnTo>
                    <a:pt x="2650545" y="555376"/>
                  </a:lnTo>
                  <a:lnTo>
                    <a:pt x="2678531" y="590926"/>
                  </a:lnTo>
                  <a:lnTo>
                    <a:pt x="2705509" y="627334"/>
                  </a:lnTo>
                  <a:lnTo>
                    <a:pt x="2731458" y="664579"/>
                  </a:lnTo>
                  <a:lnTo>
                    <a:pt x="2756355" y="702637"/>
                  </a:lnTo>
                  <a:lnTo>
                    <a:pt x="2780178" y="741487"/>
                  </a:lnTo>
                  <a:lnTo>
                    <a:pt x="2802906" y="781104"/>
                  </a:lnTo>
                  <a:lnTo>
                    <a:pt x="2824517" y="821467"/>
                  </a:lnTo>
                  <a:lnTo>
                    <a:pt x="2844988" y="862553"/>
                  </a:lnTo>
                  <a:lnTo>
                    <a:pt x="2864298" y="904338"/>
                  </a:lnTo>
                  <a:lnTo>
                    <a:pt x="2882424" y="946802"/>
                  </a:lnTo>
                  <a:lnTo>
                    <a:pt x="2899345" y="989920"/>
                  </a:lnTo>
                  <a:lnTo>
                    <a:pt x="2915038" y="1033669"/>
                  </a:lnTo>
                  <a:lnTo>
                    <a:pt x="2929482" y="1078029"/>
                  </a:lnTo>
                  <a:lnTo>
                    <a:pt x="2942655" y="1122975"/>
                  </a:lnTo>
                  <a:lnTo>
                    <a:pt x="2954535" y="1168484"/>
                  </a:lnTo>
                  <a:lnTo>
                    <a:pt x="2965099" y="1214535"/>
                  </a:lnTo>
                  <a:lnTo>
                    <a:pt x="2974326" y="1261105"/>
                  </a:lnTo>
                  <a:lnTo>
                    <a:pt x="2982194" y="1308170"/>
                  </a:lnTo>
                  <a:lnTo>
                    <a:pt x="2988680" y="1355709"/>
                  </a:lnTo>
                  <a:lnTo>
                    <a:pt x="2993764" y="1403698"/>
                  </a:lnTo>
                  <a:lnTo>
                    <a:pt x="2997422" y="1452115"/>
                  </a:lnTo>
                  <a:lnTo>
                    <a:pt x="2999633" y="1500936"/>
                  </a:lnTo>
                  <a:lnTo>
                    <a:pt x="3000375" y="1550140"/>
                  </a:lnTo>
                  <a:lnTo>
                    <a:pt x="3000375" y="5259339"/>
                  </a:lnTo>
                  <a:lnTo>
                    <a:pt x="2999633" y="5308543"/>
                  </a:lnTo>
                  <a:lnTo>
                    <a:pt x="2997422" y="5357365"/>
                  </a:lnTo>
                  <a:lnTo>
                    <a:pt x="2993764" y="5405782"/>
                  </a:lnTo>
                  <a:lnTo>
                    <a:pt x="2988680" y="5453771"/>
                  </a:lnTo>
                  <a:lnTo>
                    <a:pt x="2982194" y="5501309"/>
                  </a:lnTo>
                  <a:lnTo>
                    <a:pt x="2974326" y="5548375"/>
                  </a:lnTo>
                  <a:lnTo>
                    <a:pt x="2965099" y="5594944"/>
                  </a:lnTo>
                  <a:lnTo>
                    <a:pt x="2954535" y="5640995"/>
                  </a:lnTo>
                  <a:lnTo>
                    <a:pt x="2942655" y="5686505"/>
                  </a:lnTo>
                  <a:lnTo>
                    <a:pt x="2929483" y="5731451"/>
                  </a:lnTo>
                  <a:lnTo>
                    <a:pt x="2915038" y="5775810"/>
                  </a:lnTo>
                  <a:lnTo>
                    <a:pt x="2899345" y="5819560"/>
                  </a:lnTo>
                  <a:lnTo>
                    <a:pt x="2882424" y="5862678"/>
                  </a:lnTo>
                  <a:lnTo>
                    <a:pt x="2864298" y="5905142"/>
                  </a:lnTo>
                  <a:lnTo>
                    <a:pt x="2844988" y="5946927"/>
                  </a:lnTo>
                  <a:lnTo>
                    <a:pt x="2824517" y="5988013"/>
                  </a:lnTo>
                  <a:lnTo>
                    <a:pt x="2802907" y="6028376"/>
                  </a:lnTo>
                  <a:lnTo>
                    <a:pt x="2780178" y="6067993"/>
                  </a:lnTo>
                  <a:lnTo>
                    <a:pt x="2756355" y="6106843"/>
                  </a:lnTo>
                  <a:lnTo>
                    <a:pt x="2731458" y="6144901"/>
                  </a:lnTo>
                  <a:lnTo>
                    <a:pt x="2705509" y="6182146"/>
                  </a:lnTo>
                  <a:lnTo>
                    <a:pt x="2678531" y="6218554"/>
                  </a:lnTo>
                  <a:lnTo>
                    <a:pt x="2650545" y="6254104"/>
                  </a:lnTo>
                  <a:lnTo>
                    <a:pt x="2621574" y="6288772"/>
                  </a:lnTo>
                  <a:lnTo>
                    <a:pt x="2591639" y="6322535"/>
                  </a:lnTo>
                  <a:lnTo>
                    <a:pt x="2560762" y="6355371"/>
                  </a:lnTo>
                  <a:lnTo>
                    <a:pt x="2528966" y="6387258"/>
                  </a:lnTo>
                  <a:lnTo>
                    <a:pt x="2496271" y="6418172"/>
                  </a:lnTo>
                  <a:lnTo>
                    <a:pt x="2462702" y="6448091"/>
                  </a:lnTo>
                  <a:lnTo>
                    <a:pt x="2428278" y="6476992"/>
                  </a:lnTo>
                  <a:lnTo>
                    <a:pt x="2393023" y="6504853"/>
                  </a:lnTo>
                  <a:lnTo>
                    <a:pt x="2356958" y="6531650"/>
                  </a:lnTo>
                  <a:lnTo>
                    <a:pt x="2320105" y="6557362"/>
                  </a:lnTo>
                  <a:lnTo>
                    <a:pt x="2282486" y="6581964"/>
                  </a:lnTo>
                  <a:lnTo>
                    <a:pt x="2244123" y="6605436"/>
                  </a:lnTo>
                  <a:lnTo>
                    <a:pt x="2205039" y="6627753"/>
                  </a:lnTo>
                  <a:lnTo>
                    <a:pt x="2165254" y="6648894"/>
                  </a:lnTo>
                  <a:lnTo>
                    <a:pt x="2124792" y="6668835"/>
                  </a:lnTo>
                  <a:lnTo>
                    <a:pt x="2083673" y="6687554"/>
                  </a:lnTo>
                  <a:lnTo>
                    <a:pt x="2041921" y="6705028"/>
                  </a:lnTo>
                  <a:lnTo>
                    <a:pt x="1999557" y="6721235"/>
                  </a:lnTo>
                  <a:lnTo>
                    <a:pt x="1956602" y="6736152"/>
                  </a:lnTo>
                  <a:lnTo>
                    <a:pt x="1913080" y="6749755"/>
                  </a:lnTo>
                  <a:lnTo>
                    <a:pt x="1869011" y="6762023"/>
                  </a:lnTo>
                  <a:lnTo>
                    <a:pt x="1824419" y="6772933"/>
                  </a:lnTo>
                  <a:lnTo>
                    <a:pt x="1779324" y="6782462"/>
                  </a:lnTo>
                  <a:lnTo>
                    <a:pt x="1733750" y="6790587"/>
                  </a:lnTo>
                  <a:lnTo>
                    <a:pt x="1687717" y="6797286"/>
                  </a:lnTo>
                  <a:lnTo>
                    <a:pt x="1641248" y="6802535"/>
                  </a:lnTo>
                  <a:lnTo>
                    <a:pt x="1594364" y="6806313"/>
                  </a:lnTo>
                  <a:lnTo>
                    <a:pt x="1547089" y="6808596"/>
                  </a:lnTo>
                  <a:lnTo>
                    <a:pt x="1499443" y="6809362"/>
                  </a:lnTo>
                  <a:lnTo>
                    <a:pt x="1451797" y="6808596"/>
                  </a:lnTo>
                  <a:lnTo>
                    <a:pt x="1404522" y="6806313"/>
                  </a:lnTo>
                  <a:lnTo>
                    <a:pt x="1357638" y="6802535"/>
                  </a:lnTo>
                  <a:lnTo>
                    <a:pt x="1311169" y="6797285"/>
                  </a:lnTo>
                  <a:lnTo>
                    <a:pt x="1265136" y="6790587"/>
                  </a:lnTo>
                  <a:lnTo>
                    <a:pt x="1219562" y="6782462"/>
                  </a:lnTo>
                  <a:lnTo>
                    <a:pt x="1174467" y="6772933"/>
                  </a:lnTo>
                  <a:lnTo>
                    <a:pt x="1129875" y="6762023"/>
                  </a:lnTo>
                  <a:lnTo>
                    <a:pt x="1085806" y="6749755"/>
                  </a:lnTo>
                  <a:lnTo>
                    <a:pt x="1042284" y="6736151"/>
                  </a:lnTo>
                  <a:lnTo>
                    <a:pt x="999329" y="6721235"/>
                  </a:lnTo>
                  <a:lnTo>
                    <a:pt x="956965" y="6705028"/>
                  </a:lnTo>
                  <a:lnTo>
                    <a:pt x="915213" y="6687554"/>
                  </a:lnTo>
                  <a:lnTo>
                    <a:pt x="874094" y="6668835"/>
                  </a:lnTo>
                  <a:lnTo>
                    <a:pt x="833632" y="6648894"/>
                  </a:lnTo>
                  <a:lnTo>
                    <a:pt x="793848" y="6627753"/>
                  </a:lnTo>
                  <a:lnTo>
                    <a:pt x="754763" y="6605435"/>
                  </a:lnTo>
                  <a:lnTo>
                    <a:pt x="716400" y="6581964"/>
                  </a:lnTo>
                  <a:lnTo>
                    <a:pt x="678782" y="6557361"/>
                  </a:lnTo>
                  <a:lnTo>
                    <a:pt x="641929" y="6531650"/>
                  </a:lnTo>
                  <a:lnTo>
                    <a:pt x="605863" y="6504853"/>
                  </a:lnTo>
                  <a:lnTo>
                    <a:pt x="570608" y="6476992"/>
                  </a:lnTo>
                  <a:lnTo>
                    <a:pt x="536185" y="6448091"/>
                  </a:lnTo>
                  <a:lnTo>
                    <a:pt x="502615" y="6418172"/>
                  </a:lnTo>
                  <a:lnTo>
                    <a:pt x="469921" y="6387258"/>
                  </a:lnTo>
                  <a:lnTo>
                    <a:pt x="438124" y="6355371"/>
                  </a:lnTo>
                  <a:lnTo>
                    <a:pt x="407248" y="6322535"/>
                  </a:lnTo>
                  <a:lnTo>
                    <a:pt x="377313" y="6288771"/>
                  </a:lnTo>
                  <a:lnTo>
                    <a:pt x="348341" y="6254103"/>
                  </a:lnTo>
                  <a:lnTo>
                    <a:pt x="320355" y="6218554"/>
                  </a:lnTo>
                  <a:lnTo>
                    <a:pt x="293377" y="6182146"/>
                  </a:lnTo>
                  <a:lnTo>
                    <a:pt x="267429" y="6144901"/>
                  </a:lnTo>
                  <a:lnTo>
                    <a:pt x="242531" y="6106842"/>
                  </a:lnTo>
                  <a:lnTo>
                    <a:pt x="218708" y="6067993"/>
                  </a:lnTo>
                  <a:lnTo>
                    <a:pt x="195980" y="6028376"/>
                  </a:lnTo>
                  <a:lnTo>
                    <a:pt x="174369" y="5988013"/>
                  </a:lnTo>
                  <a:lnTo>
                    <a:pt x="153898" y="5946927"/>
                  </a:lnTo>
                  <a:lnTo>
                    <a:pt x="134589" y="5905141"/>
                  </a:lnTo>
                  <a:lnTo>
                    <a:pt x="116462" y="5862678"/>
                  </a:lnTo>
                  <a:lnTo>
                    <a:pt x="99541" y="5819560"/>
                  </a:lnTo>
                  <a:lnTo>
                    <a:pt x="83848" y="5775810"/>
                  </a:lnTo>
                  <a:lnTo>
                    <a:pt x="69404" y="5731451"/>
                  </a:lnTo>
                  <a:lnTo>
                    <a:pt x="56231" y="5686505"/>
                  </a:lnTo>
                  <a:lnTo>
                    <a:pt x="44352" y="5640995"/>
                  </a:lnTo>
                  <a:lnTo>
                    <a:pt x="33787" y="5594944"/>
                  </a:lnTo>
                  <a:lnTo>
                    <a:pt x="24560" y="5548375"/>
                  </a:lnTo>
                  <a:lnTo>
                    <a:pt x="16693" y="5501309"/>
                  </a:lnTo>
                  <a:lnTo>
                    <a:pt x="10206" y="5453771"/>
                  </a:lnTo>
                  <a:lnTo>
                    <a:pt x="5123" y="5405782"/>
                  </a:lnTo>
                  <a:lnTo>
                    <a:pt x="1465" y="5357365"/>
                  </a:lnTo>
                  <a:lnTo>
                    <a:pt x="0" y="532501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73213" y="2866128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3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3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3"/>
                  </a:lnTo>
                  <a:lnTo>
                    <a:pt x="634394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2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73213" y="2866129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4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7692" y="2713443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5" y="604912"/>
                  </a:lnTo>
                  <a:lnTo>
                    <a:pt x="144480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5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1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4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1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3A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77692" y="2713443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82172" y="239624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3"/>
                  </a:lnTo>
                  <a:lnTo>
                    <a:pt x="144480" y="583291"/>
                  </a:lnTo>
                  <a:lnTo>
                    <a:pt x="109092" y="556591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4"/>
                  </a:lnTo>
                  <a:lnTo>
                    <a:pt x="634393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1"/>
                  </a:lnTo>
                  <a:lnTo>
                    <a:pt x="489914" y="583291"/>
                  </a:lnTo>
                  <a:lnTo>
                    <a:pt x="450919" y="604913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82172" y="2396246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86652" y="213153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2" y="525301"/>
                  </a:lnTo>
                  <a:lnTo>
                    <a:pt x="51102" y="489914"/>
                  </a:lnTo>
                  <a:lnTo>
                    <a:pt x="29480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0" y="183474"/>
                  </a:lnTo>
                  <a:lnTo>
                    <a:pt x="51102" y="144479"/>
                  </a:lnTo>
                  <a:lnTo>
                    <a:pt x="77802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2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3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2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86652" y="2131535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49227" y="3018226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53707" y="2865540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58186" y="2283632"/>
            <a:ext cx="3587115" cy="56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6604">
              <a:lnSpc>
                <a:spcPts val="212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ts val="2120"/>
              </a:lnSpc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62276" y="9202101"/>
              <a:ext cx="1025723" cy="1084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03155" cy="12469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280445"/>
              <a:ext cx="1422338" cy="100655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293041" y="4202427"/>
            <a:ext cx="2794635" cy="18827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spc="-10" dirty="0">
                <a:latin typeface="Lucida Sans Unicode"/>
                <a:cs typeface="Lucida Sans Unicode"/>
              </a:rPr>
              <a:t>Validated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interest</a:t>
            </a:r>
            <a:endParaRPr sz="210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6100"/>
              </a:lnSpc>
            </a:pPr>
            <a:r>
              <a:rPr sz="2100" spc="-10" dirty="0">
                <a:latin typeface="Lucida Sans Unicode"/>
                <a:cs typeface="Lucida Sans Unicode"/>
              </a:rPr>
              <a:t>from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medical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student communities.</a:t>
            </a:r>
            <a:endParaRPr sz="2100">
              <a:latin typeface="Lucida Sans Unicode"/>
              <a:cs typeface="Lucida Sans Unicode"/>
            </a:endParaRPr>
          </a:p>
          <a:p>
            <a:pPr marL="187325" marR="179705" algn="ctr">
              <a:lnSpc>
                <a:spcPct val="116100"/>
              </a:lnSpc>
            </a:pPr>
            <a:r>
              <a:rPr sz="2100" dirty="0">
                <a:latin typeface="Lucida Sans Unicode"/>
                <a:cs typeface="Lucida Sans Unicode"/>
              </a:rPr>
              <a:t>Strong</a:t>
            </a:r>
            <a:r>
              <a:rPr sz="2100" spc="-13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demand</a:t>
            </a:r>
            <a:r>
              <a:rPr sz="2100" spc="-13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dirty="0">
                <a:latin typeface="Lucida Sans Unicode"/>
                <a:cs typeface="Lucida Sans Unicode"/>
              </a:rPr>
              <a:t>structured</a:t>
            </a:r>
            <a:r>
              <a:rPr sz="2100" spc="3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clinical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27284" y="6059802"/>
            <a:ext cx="2526665" cy="15113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latin typeface="Lucida Sans Unicode"/>
                <a:cs typeface="Lucida Sans Unicode"/>
              </a:rPr>
              <a:t>collaboration</a:t>
            </a:r>
            <a:r>
              <a:rPr sz="2100" spc="-11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tools.</a:t>
            </a:r>
            <a:endParaRPr sz="2100">
              <a:latin typeface="Lucida Sans Unicode"/>
              <a:cs typeface="Lucida Sans Unicode"/>
            </a:endParaRPr>
          </a:p>
          <a:p>
            <a:pPr marL="130810" marR="123189" algn="ctr">
              <a:lnSpc>
                <a:spcPct val="116100"/>
              </a:lnSpc>
            </a:pPr>
            <a:r>
              <a:rPr sz="2100" dirty="0">
                <a:latin typeface="Lucida Sans Unicode"/>
                <a:cs typeface="Lucida Sans Unicode"/>
              </a:rPr>
              <a:t>Positive</a:t>
            </a:r>
            <a:r>
              <a:rPr sz="2100" spc="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feedback from</a:t>
            </a:r>
            <a:r>
              <a:rPr sz="2100" spc="-1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academic stakeholders.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52842" y="4229316"/>
            <a:ext cx="255016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-70" dirty="0">
                <a:latin typeface="Lucida Sans Unicode"/>
                <a:cs typeface="Lucida Sans Unicode"/>
              </a:rPr>
              <a:t>Aligns</a:t>
            </a:r>
            <a:r>
              <a:rPr sz="2100" spc="-1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with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shift </a:t>
            </a:r>
            <a:r>
              <a:rPr sz="2100" spc="-25" dirty="0">
                <a:latin typeface="Lucida Sans Unicode"/>
                <a:cs typeface="Lucida Sans Unicode"/>
              </a:rPr>
              <a:t>from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55" dirty="0">
                <a:latin typeface="Lucida Sans Unicode"/>
                <a:cs typeface="Lucida Sans Unicode"/>
              </a:rPr>
              <a:t>Digitization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645" dirty="0">
                <a:latin typeface="Lucida Sans Unicode"/>
                <a:cs typeface="Lucida Sans Unicode"/>
              </a:rPr>
              <a:t>→</a:t>
            </a:r>
            <a:r>
              <a:rPr sz="2100" spc="-10" dirty="0">
                <a:latin typeface="Lucida Sans Unicode"/>
                <a:cs typeface="Lucida Sans Unicode"/>
              </a:rPr>
              <a:t> Intelligence.</a:t>
            </a:r>
            <a:endParaRPr sz="2100">
              <a:latin typeface="Lucida Sans Unicode"/>
              <a:cs typeface="Lucida Sans Unicode"/>
            </a:endParaRPr>
          </a:p>
          <a:p>
            <a:pPr marL="233679" marR="226695" algn="ctr">
              <a:lnSpc>
                <a:spcPct val="116100"/>
              </a:lnSpc>
            </a:pPr>
            <a:r>
              <a:rPr sz="2100" spc="-10" dirty="0">
                <a:latin typeface="Lucida Sans Unicode"/>
                <a:cs typeface="Lucida Sans Unicode"/>
              </a:rPr>
              <a:t>Complements </a:t>
            </a:r>
            <a:r>
              <a:rPr sz="2100" spc="-75" dirty="0">
                <a:latin typeface="Lucida Sans Unicode"/>
                <a:cs typeface="Lucida Sans Unicode"/>
              </a:rPr>
              <a:t>existing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hospital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94662" y="6086691"/>
            <a:ext cx="24663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75" dirty="0">
                <a:latin typeface="Lucida Sans Unicode"/>
                <a:cs typeface="Lucida Sans Unicode"/>
              </a:rPr>
              <a:t>EMR</a:t>
            </a:r>
            <a:r>
              <a:rPr sz="2100" spc="-15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workflows. </a:t>
            </a:r>
            <a:r>
              <a:rPr sz="2100" spc="-20" dirty="0">
                <a:latin typeface="Lucida Sans Unicode"/>
                <a:cs typeface="Lucida Sans Unicode"/>
              </a:rPr>
              <a:t>Fills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65" dirty="0">
                <a:latin typeface="Lucida Sans Unicode"/>
                <a:cs typeface="Lucida Sans Unicode"/>
              </a:rPr>
              <a:t>gap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spc="-10" dirty="0">
                <a:latin typeface="Lucida Sans Unicode"/>
                <a:cs typeface="Lucida Sans Unicode"/>
              </a:rPr>
              <a:t>standardized </a:t>
            </a:r>
            <a:r>
              <a:rPr sz="2100" spc="-45" dirty="0">
                <a:latin typeface="Lucida Sans Unicode"/>
                <a:cs typeface="Lucida Sans Unicode"/>
              </a:rPr>
              <a:t>knowledge</a:t>
            </a:r>
            <a:r>
              <a:rPr sz="2100" spc="-105" dirty="0">
                <a:latin typeface="Lucida Sans Unicode"/>
                <a:cs typeface="Lucida Sans Unicode"/>
              </a:rPr>
              <a:t> </a:t>
            </a:r>
            <a:r>
              <a:rPr sz="2100" spc="-45" dirty="0">
                <a:latin typeface="Lucida Sans Unicode"/>
                <a:cs typeface="Lucida Sans Unicode"/>
              </a:rPr>
              <a:t>sharing.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7571" y="4246483"/>
            <a:ext cx="2623820" cy="2197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720" marR="291465" algn="ctr">
              <a:lnSpc>
                <a:spcPct val="115900"/>
              </a:lnSpc>
              <a:spcBef>
                <a:spcPts val="90"/>
              </a:spcBef>
            </a:pPr>
            <a:r>
              <a:rPr sz="2050" dirty="0">
                <a:latin typeface="Lucida Sans Unicode"/>
                <a:cs typeface="Lucida Sans Unicode"/>
              </a:rPr>
              <a:t>Core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platform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spc="-50" dirty="0">
                <a:latin typeface="Lucida Sans Unicode"/>
                <a:cs typeface="Lucida Sans Unicode"/>
              </a:rPr>
              <a:t>&amp; </a:t>
            </a:r>
            <a:r>
              <a:rPr sz="2050" spc="-10" dirty="0">
                <a:latin typeface="Lucida Sans Unicode"/>
                <a:cs typeface="Lucida Sans Unicode"/>
              </a:rPr>
              <a:t>knowledge </a:t>
            </a:r>
            <a:r>
              <a:rPr sz="2050" dirty="0">
                <a:latin typeface="Lucida Sans Unicode"/>
                <a:cs typeface="Lucida Sans Unicode"/>
              </a:rPr>
              <a:t>architecture</a:t>
            </a:r>
            <a:r>
              <a:rPr sz="2050" spc="204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development.</a:t>
            </a:r>
            <a:endParaRPr sz="2050">
              <a:latin typeface="Lucida Sans Unicode"/>
              <a:cs typeface="Lucida Sans Unicode"/>
            </a:endParaRPr>
          </a:p>
          <a:p>
            <a:pPr marL="12700" marR="5080" algn="ctr">
              <a:lnSpc>
                <a:spcPts val="2850"/>
              </a:lnSpc>
              <a:spcBef>
                <a:spcPts val="105"/>
              </a:spcBef>
            </a:pPr>
            <a:r>
              <a:rPr sz="2050" dirty="0">
                <a:latin typeface="Lucida Sans Unicode"/>
                <a:cs typeface="Lucida Sans Unicode"/>
              </a:rPr>
              <a:t>Clinical</a:t>
            </a:r>
            <a:r>
              <a:rPr sz="2050" spc="-65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contribution </a:t>
            </a:r>
            <a:r>
              <a:rPr sz="2050" dirty="0">
                <a:latin typeface="Lucida Sans Unicode"/>
                <a:cs typeface="Lucida Sans Unicode"/>
              </a:rPr>
              <a:t>workflows</a:t>
            </a:r>
            <a:r>
              <a:rPr sz="2050" spc="-160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finalized.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01760" y="6418183"/>
            <a:ext cx="1795145" cy="1473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0"/>
              </a:spcBef>
            </a:pPr>
            <a:r>
              <a:rPr sz="2050" spc="-10" dirty="0">
                <a:latin typeface="Lucida Sans Unicode"/>
                <a:cs typeface="Lucida Sans Unicode"/>
              </a:rPr>
              <a:t>Ecosystem positioning </a:t>
            </a:r>
            <a:r>
              <a:rPr sz="2050" dirty="0">
                <a:latin typeface="Lucida Sans Unicode"/>
                <a:cs typeface="Lucida Sans Unicode"/>
              </a:rPr>
              <a:t>established</a:t>
            </a:r>
            <a:r>
              <a:rPr sz="2050" spc="2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academia.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25701" y="3542285"/>
            <a:ext cx="2756535" cy="12052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747395">
              <a:lnSpc>
                <a:spcPct val="114300"/>
              </a:lnSpc>
              <a:spcBef>
                <a:spcPts val="85"/>
              </a:spcBef>
            </a:pPr>
            <a:r>
              <a:rPr sz="2450" spc="-215" dirty="0">
                <a:latin typeface="Arial Black"/>
                <a:cs typeface="Arial Black"/>
              </a:rPr>
              <a:t>Phase</a:t>
            </a:r>
            <a:r>
              <a:rPr sz="2450" spc="-204" dirty="0">
                <a:latin typeface="Arial Black"/>
                <a:cs typeface="Arial Black"/>
              </a:rPr>
              <a:t> </a:t>
            </a:r>
            <a:r>
              <a:rPr sz="2450" spc="-25" dirty="0">
                <a:latin typeface="Arial Black"/>
                <a:cs typeface="Arial Black"/>
              </a:rPr>
              <a:t>1</a:t>
            </a:r>
            <a:r>
              <a:rPr sz="2450" spc="-25" dirty="0">
                <a:latin typeface="Lucida Sans Unicode"/>
                <a:cs typeface="Lucida Sans Unicode"/>
              </a:rPr>
              <a:t>: </a:t>
            </a:r>
            <a:r>
              <a:rPr sz="2150" dirty="0">
                <a:latin typeface="Lucida Sans Unicode"/>
                <a:cs typeface="Lucida Sans Unicode"/>
              </a:rPr>
              <a:t>Controlled</a:t>
            </a:r>
            <a:r>
              <a:rPr sz="2150" spc="-8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pilot</a:t>
            </a:r>
            <a:r>
              <a:rPr sz="2150" spc="-80" dirty="0">
                <a:latin typeface="Lucida Sans Unicode"/>
                <a:cs typeface="Lucida Sans Unicode"/>
              </a:rPr>
              <a:t> </a:t>
            </a:r>
            <a:r>
              <a:rPr sz="2150" spc="-20" dirty="0">
                <a:latin typeface="Lucida Sans Unicode"/>
                <a:cs typeface="Lucida Sans Unicode"/>
              </a:rPr>
              <a:t>with </a:t>
            </a:r>
            <a:r>
              <a:rPr sz="2150" dirty="0">
                <a:latin typeface="Lucida Sans Unicode"/>
                <a:cs typeface="Lucida Sans Unicode"/>
              </a:rPr>
              <a:t>academic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partners.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28379" y="5102976"/>
            <a:ext cx="2751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16300"/>
              </a:lnSpc>
              <a:spcBef>
                <a:spcPts val="95"/>
              </a:spcBef>
            </a:pPr>
            <a:r>
              <a:rPr sz="2150" spc="-190" dirty="0">
                <a:latin typeface="Arial Black"/>
                <a:cs typeface="Arial Black"/>
              </a:rPr>
              <a:t>Phase</a:t>
            </a:r>
            <a:r>
              <a:rPr sz="2150" spc="-180" dirty="0">
                <a:latin typeface="Arial Black"/>
                <a:cs typeface="Arial Black"/>
              </a:rPr>
              <a:t> </a:t>
            </a:r>
            <a:r>
              <a:rPr sz="2150" spc="-195" dirty="0">
                <a:latin typeface="Arial Black"/>
                <a:cs typeface="Arial Black"/>
              </a:rPr>
              <a:t>2:</a:t>
            </a:r>
            <a:r>
              <a:rPr sz="2150" spc="-165" dirty="0">
                <a:latin typeface="Arial Black"/>
                <a:cs typeface="Arial Black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Onboarding teaching</a:t>
            </a:r>
            <a:r>
              <a:rPr sz="2150" spc="-114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hospitals.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47876" y="6248509"/>
            <a:ext cx="2712085" cy="1225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rPr sz="2250" spc="-195" dirty="0">
                <a:latin typeface="Arial Black"/>
                <a:cs typeface="Arial Black"/>
              </a:rPr>
              <a:t>Phase </a:t>
            </a:r>
            <a:r>
              <a:rPr sz="2250" spc="-160" dirty="0">
                <a:latin typeface="Arial Black"/>
                <a:cs typeface="Arial Black"/>
              </a:rPr>
              <a:t>3</a:t>
            </a:r>
            <a:r>
              <a:rPr sz="2250" spc="-160" dirty="0">
                <a:latin typeface="Lucida Sans Unicode"/>
                <a:cs typeface="Lucida Sans Unicode"/>
              </a:rPr>
              <a:t>:</a:t>
            </a:r>
            <a:r>
              <a:rPr sz="2250" spc="-130" dirty="0">
                <a:latin typeface="Lucida Sans Unicode"/>
                <a:cs typeface="Lucida Sans Unicode"/>
              </a:rPr>
              <a:t> </a:t>
            </a:r>
            <a:r>
              <a:rPr sz="2250" spc="70" dirty="0">
                <a:latin typeface="Lucida Sans Unicode"/>
                <a:cs typeface="Lucida Sans Unicode"/>
              </a:rPr>
              <a:t>Beta </a:t>
            </a:r>
            <a:r>
              <a:rPr sz="2250" dirty="0">
                <a:latin typeface="Lucida Sans Unicode"/>
                <a:cs typeface="Lucida Sans Unicode"/>
              </a:rPr>
              <a:t>release</a:t>
            </a:r>
            <a:r>
              <a:rPr sz="2250" spc="-125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of</a:t>
            </a:r>
            <a:r>
              <a:rPr sz="2250" spc="-125" dirty="0">
                <a:latin typeface="Lucida Sans Unicode"/>
                <a:cs typeface="Lucida Sans Unicode"/>
              </a:rPr>
              <a:t> </a:t>
            </a:r>
            <a:r>
              <a:rPr sz="2250" spc="-10" dirty="0">
                <a:latin typeface="Lucida Sans Unicode"/>
                <a:cs typeface="Lucida Sans Unicode"/>
              </a:rPr>
              <a:t>global </a:t>
            </a:r>
            <a:r>
              <a:rPr sz="2250" dirty="0">
                <a:latin typeface="Lucida Sans Unicode"/>
                <a:cs typeface="Lucida Sans Unicode"/>
              </a:rPr>
              <a:t>collaboration</a:t>
            </a:r>
            <a:r>
              <a:rPr sz="2250" spc="-65" dirty="0">
                <a:latin typeface="Lucida Sans Unicode"/>
                <a:cs typeface="Lucida Sans Unicode"/>
              </a:rPr>
              <a:t> </a:t>
            </a:r>
            <a:r>
              <a:rPr sz="2250" spc="-10" dirty="0">
                <a:latin typeface="Lucida Sans Unicode"/>
                <a:cs typeface="Lucida Sans Unicode"/>
              </a:rPr>
              <a:t>tools.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EXECUTION</a:t>
            </a:r>
            <a:r>
              <a:rPr spc="-65" dirty="0"/>
              <a:t> </a:t>
            </a:r>
            <a:r>
              <a:rPr spc="114" dirty="0"/>
              <a:t>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3235" y="4643954"/>
            <a:ext cx="3252470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0" marR="5080" indent="-819785">
              <a:lnSpc>
                <a:spcPct val="117300"/>
              </a:lnSpc>
              <a:spcBef>
                <a:spcPts val="95"/>
              </a:spcBef>
            </a:pPr>
            <a:r>
              <a:rPr sz="2450" b="1" spc="60" dirty="0">
                <a:latin typeface="Tahoma"/>
                <a:cs typeface="Tahoma"/>
              </a:rPr>
              <a:t>Strategic</a:t>
            </a:r>
            <a:r>
              <a:rPr sz="2450" b="1" spc="-10" dirty="0">
                <a:latin typeface="Tahoma"/>
                <a:cs typeface="Tahoma"/>
              </a:rPr>
              <a:t> </a:t>
            </a:r>
            <a:r>
              <a:rPr sz="2450" b="1" spc="70" dirty="0">
                <a:latin typeface="Tahoma"/>
                <a:cs typeface="Tahoma"/>
              </a:rPr>
              <a:t>Execution </a:t>
            </a:r>
            <a:r>
              <a:rPr sz="2450" b="1" spc="105" dirty="0">
                <a:latin typeface="Tahoma"/>
                <a:cs typeface="Tahoma"/>
              </a:rPr>
              <a:t>Roadmap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375" y="692363"/>
            <a:ext cx="4058920" cy="2235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3175" algn="ctr">
              <a:lnSpc>
                <a:spcPct val="116799"/>
              </a:lnSpc>
              <a:spcBef>
                <a:spcPts val="95"/>
              </a:spcBef>
            </a:pPr>
            <a:r>
              <a:rPr sz="2300" spc="-10" dirty="0">
                <a:latin typeface="Arial Black"/>
                <a:cs typeface="Arial Black"/>
              </a:rPr>
              <a:t>Platform </a:t>
            </a:r>
            <a:r>
              <a:rPr sz="2300" spc="-125" dirty="0">
                <a:latin typeface="Arial Black"/>
                <a:cs typeface="Arial Black"/>
              </a:rPr>
              <a:t>Activation</a:t>
            </a:r>
            <a:endParaRPr sz="2300">
              <a:latin typeface="Arial Black"/>
              <a:cs typeface="Arial Black"/>
            </a:endParaRPr>
          </a:p>
          <a:p>
            <a:pPr marL="158115" marR="5080" indent="-635" algn="ctr">
              <a:lnSpc>
                <a:spcPct val="116799"/>
              </a:lnSpc>
              <a:spcBef>
                <a:spcPts val="1280"/>
              </a:spcBef>
            </a:pPr>
            <a:r>
              <a:rPr sz="2300" spc="-130" dirty="0">
                <a:latin typeface="Arial Black"/>
                <a:cs typeface="Arial Black"/>
              </a:rPr>
              <a:t>Verified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contributor </a:t>
            </a:r>
            <a:r>
              <a:rPr sz="2300" spc="-120" dirty="0">
                <a:latin typeface="Arial Black"/>
                <a:cs typeface="Arial Black"/>
              </a:rPr>
              <a:t>onboarding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515" dirty="0">
                <a:latin typeface="Arial Black"/>
                <a:cs typeface="Arial Black"/>
              </a:rPr>
              <a:t>&amp;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14" dirty="0">
                <a:latin typeface="Arial Black"/>
                <a:cs typeface="Arial Black"/>
              </a:rPr>
              <a:t>standardized </a:t>
            </a:r>
            <a:r>
              <a:rPr sz="2300" spc="-145" dirty="0">
                <a:latin typeface="Arial Black"/>
                <a:cs typeface="Arial Black"/>
              </a:rPr>
              <a:t>data</a:t>
            </a:r>
            <a:r>
              <a:rPr sz="2300" spc="-200" dirty="0">
                <a:latin typeface="Arial Black"/>
                <a:cs typeface="Arial Black"/>
              </a:rPr>
              <a:t> </a:t>
            </a:r>
            <a:r>
              <a:rPr sz="2300" spc="-50" dirty="0">
                <a:latin typeface="Arial Black"/>
                <a:cs typeface="Arial Black"/>
              </a:rPr>
              <a:t>structures.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0122" y="818741"/>
            <a:ext cx="2818765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7400"/>
              </a:lnSpc>
              <a:spcBef>
                <a:spcPts val="95"/>
              </a:spcBef>
            </a:pPr>
            <a:r>
              <a:rPr sz="1650" spc="-95" dirty="0">
                <a:latin typeface="Arial Black"/>
                <a:cs typeface="Arial Black"/>
              </a:rPr>
              <a:t>Solving</a:t>
            </a:r>
            <a:r>
              <a:rPr sz="1650" spc="-90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fragmented </a:t>
            </a:r>
            <a:r>
              <a:rPr sz="1650" spc="-125" dirty="0">
                <a:latin typeface="Arial Black"/>
                <a:cs typeface="Arial Black"/>
              </a:rPr>
              <a:t>knowledge </a:t>
            </a:r>
            <a:r>
              <a:rPr sz="1650" spc="-355" dirty="0">
                <a:latin typeface="Arial Black"/>
                <a:cs typeface="Arial Black"/>
              </a:rPr>
              <a:t>&amp;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45" dirty="0">
                <a:latin typeface="Arial Black"/>
                <a:cs typeface="Arial Black"/>
              </a:rPr>
              <a:t>slow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05" dirty="0">
                <a:latin typeface="Arial Black"/>
                <a:cs typeface="Arial Black"/>
              </a:rPr>
              <a:t>research </a:t>
            </a:r>
            <a:r>
              <a:rPr sz="1650" spc="-10" dirty="0">
                <a:latin typeface="Arial Black"/>
                <a:cs typeface="Arial Black"/>
              </a:rPr>
              <a:t>translation.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82119" y="2091276"/>
            <a:ext cx="1776730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7400"/>
              </a:lnSpc>
              <a:spcBef>
                <a:spcPts val="95"/>
              </a:spcBef>
            </a:pPr>
            <a:r>
              <a:rPr sz="1650" b="1" dirty="0">
                <a:latin typeface="Roboto"/>
                <a:cs typeface="Roboto"/>
              </a:rPr>
              <a:t>Compliance-</a:t>
            </a:r>
            <a:r>
              <a:rPr sz="1650" b="1" spc="-20" dirty="0">
                <a:latin typeface="Roboto"/>
                <a:cs typeface="Roboto"/>
              </a:rPr>
              <a:t>first </a:t>
            </a:r>
            <a:r>
              <a:rPr sz="1650" b="1" dirty="0">
                <a:latin typeface="Roboto"/>
                <a:cs typeface="Roboto"/>
              </a:rPr>
              <a:t>infra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dirty="0">
                <a:latin typeface="Roboto"/>
                <a:cs typeface="Roboto"/>
              </a:rPr>
              <a:t>&amp;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spc="-10" dirty="0">
                <a:latin typeface="Roboto"/>
                <a:cs typeface="Roboto"/>
              </a:rPr>
              <a:t>contributor verification.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7612" y="3739459"/>
            <a:ext cx="374078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1495" marR="1958975" indent="-519430">
              <a:lnSpc>
                <a:spcPct val="114100"/>
              </a:lnSpc>
              <a:spcBef>
                <a:spcPts val="100"/>
              </a:spcBef>
            </a:pPr>
            <a:r>
              <a:rPr sz="2300" b="1" spc="-10" dirty="0">
                <a:latin typeface="Roboto"/>
                <a:cs typeface="Roboto"/>
              </a:rPr>
              <a:t>Collaboration </a:t>
            </a:r>
            <a:r>
              <a:rPr sz="2300" b="1" spc="-20" dirty="0">
                <a:latin typeface="Roboto"/>
                <a:cs typeface="Roboto"/>
              </a:rPr>
              <a:t>Layer</a:t>
            </a:r>
            <a:endParaRPr sz="2300">
              <a:latin typeface="Roboto"/>
              <a:cs typeface="Roboto"/>
            </a:endParaRPr>
          </a:p>
          <a:p>
            <a:pPr marL="380365" marR="5080" algn="ctr">
              <a:lnSpc>
                <a:spcPct val="114599"/>
              </a:lnSpc>
              <a:spcBef>
                <a:spcPts val="1495"/>
              </a:spcBef>
            </a:pPr>
            <a:r>
              <a:rPr sz="2400" spc="-175" dirty="0">
                <a:latin typeface="Arial Black"/>
                <a:cs typeface="Arial Black"/>
              </a:rPr>
              <a:t>Launching</a:t>
            </a:r>
            <a:r>
              <a:rPr sz="2400" spc="-190" dirty="0">
                <a:latin typeface="Arial Black"/>
                <a:cs typeface="Arial Black"/>
              </a:rPr>
              <a:t> </a:t>
            </a:r>
            <a:r>
              <a:rPr sz="2400" spc="-254" dirty="0">
                <a:latin typeface="Arial Black"/>
                <a:cs typeface="Arial Black"/>
              </a:rPr>
              <a:t>case</a:t>
            </a:r>
            <a:r>
              <a:rPr sz="2400" spc="-185" dirty="0">
                <a:latin typeface="Arial Black"/>
                <a:cs typeface="Arial Black"/>
              </a:rPr>
              <a:t> </a:t>
            </a:r>
            <a:r>
              <a:rPr sz="2400" spc="-170" dirty="0">
                <a:latin typeface="Arial Black"/>
                <a:cs typeface="Arial Black"/>
              </a:rPr>
              <a:t>review </a:t>
            </a:r>
            <a:r>
              <a:rPr sz="2400" spc="-200" dirty="0">
                <a:latin typeface="Arial Black"/>
                <a:cs typeface="Arial Black"/>
              </a:rPr>
              <a:t>workflows</a:t>
            </a:r>
            <a:r>
              <a:rPr sz="2400" spc="-210" dirty="0">
                <a:latin typeface="Arial Black"/>
                <a:cs typeface="Arial Black"/>
              </a:rPr>
              <a:t> </a:t>
            </a:r>
            <a:r>
              <a:rPr sz="2400" spc="-560" dirty="0">
                <a:latin typeface="Arial Black"/>
                <a:cs typeface="Arial Black"/>
              </a:rPr>
              <a:t>&amp;</a:t>
            </a:r>
            <a:r>
              <a:rPr sz="2400" spc="-204" dirty="0">
                <a:latin typeface="Arial Black"/>
                <a:cs typeface="Arial Black"/>
              </a:rPr>
              <a:t> </a:t>
            </a:r>
            <a:r>
              <a:rPr sz="2400" spc="-50" dirty="0">
                <a:latin typeface="Arial Black"/>
                <a:cs typeface="Arial Black"/>
              </a:rPr>
              <a:t>research </a:t>
            </a:r>
            <a:r>
              <a:rPr sz="2400" spc="-10" dirty="0">
                <a:latin typeface="Arial Black"/>
                <a:cs typeface="Arial Black"/>
              </a:rPr>
              <a:t>tools.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95826" y="3906823"/>
            <a:ext cx="184277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Roboto"/>
                <a:cs typeface="Roboto"/>
              </a:rPr>
              <a:t>Case</a:t>
            </a:r>
            <a:r>
              <a:rPr sz="1700" b="1" spc="10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repository </a:t>
            </a:r>
            <a:r>
              <a:rPr sz="1700" b="1" dirty="0">
                <a:latin typeface="Roboto"/>
                <a:cs typeface="Roboto"/>
              </a:rPr>
              <a:t>launch</a:t>
            </a:r>
            <a:r>
              <a:rPr sz="1700" b="1" spc="-90" dirty="0">
                <a:latin typeface="Roboto"/>
                <a:cs typeface="Roboto"/>
              </a:rPr>
              <a:t> </a:t>
            </a:r>
            <a:r>
              <a:rPr sz="1700" b="1" spc="-50" dirty="0">
                <a:latin typeface="Roboto"/>
                <a:cs typeface="Roboto"/>
              </a:rPr>
              <a:t>&amp; </a:t>
            </a:r>
            <a:r>
              <a:rPr sz="1700" b="1" spc="-10" dirty="0">
                <a:latin typeface="Roboto"/>
                <a:cs typeface="Roboto"/>
              </a:rPr>
              <a:t>institutional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pilots.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98603" y="5277118"/>
            <a:ext cx="155575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" algn="just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latin typeface="Roboto"/>
                <a:cs typeface="Roboto"/>
              </a:rPr>
              <a:t>Clinical </a:t>
            </a:r>
            <a:r>
              <a:rPr sz="1500" b="1" spc="-10" dirty="0">
                <a:latin typeface="Roboto"/>
                <a:cs typeface="Roboto"/>
              </a:rPr>
              <a:t>workflow </a:t>
            </a:r>
            <a:r>
              <a:rPr sz="1500" b="1" dirty="0">
                <a:latin typeface="Roboto"/>
                <a:cs typeface="Roboto"/>
              </a:rPr>
              <a:t>testing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&amp;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quality </a:t>
            </a:r>
            <a:r>
              <a:rPr sz="1500" b="1" dirty="0">
                <a:latin typeface="Roboto"/>
                <a:cs typeface="Roboto"/>
              </a:rPr>
              <a:t>assurance</a:t>
            </a:r>
            <a:r>
              <a:rPr sz="1500" b="1" spc="-25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cycles.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4070" y="6853298"/>
            <a:ext cx="3782060" cy="219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6450" indent="-635" algn="ctr">
              <a:lnSpc>
                <a:spcPct val="114100"/>
              </a:lnSpc>
              <a:spcBef>
                <a:spcPts val="100"/>
              </a:spcBef>
            </a:pPr>
            <a:r>
              <a:rPr sz="2300" spc="-10" dirty="0">
                <a:latin typeface="Arial Black"/>
                <a:cs typeface="Arial Black"/>
              </a:rPr>
              <a:t>Global </a:t>
            </a:r>
            <a:r>
              <a:rPr sz="2300" spc="-155" dirty="0">
                <a:latin typeface="Arial Black"/>
                <a:cs typeface="Arial Black"/>
              </a:rPr>
              <a:t>Intelligence</a:t>
            </a:r>
            <a:endParaRPr sz="2300">
              <a:latin typeface="Arial Black"/>
              <a:cs typeface="Arial Black"/>
            </a:endParaRPr>
          </a:p>
          <a:p>
            <a:pPr marL="894080" marR="5080" algn="ctr">
              <a:lnSpc>
                <a:spcPct val="114599"/>
              </a:lnSpc>
              <a:spcBef>
                <a:spcPts val="885"/>
              </a:spcBef>
            </a:pPr>
            <a:r>
              <a:rPr sz="2400" spc="-200" dirty="0">
                <a:latin typeface="Arial Black"/>
                <a:cs typeface="Arial Black"/>
              </a:rPr>
              <a:t>Scaling </a:t>
            </a:r>
            <a:r>
              <a:rPr sz="2400" spc="-95" dirty="0">
                <a:latin typeface="Arial Black"/>
                <a:cs typeface="Arial Black"/>
              </a:rPr>
              <a:t>contributor </a:t>
            </a:r>
            <a:r>
              <a:rPr sz="2400" spc="-180" dirty="0">
                <a:latin typeface="Arial Black"/>
                <a:cs typeface="Arial Black"/>
              </a:rPr>
              <a:t>network</a:t>
            </a:r>
            <a:r>
              <a:rPr sz="2400" spc="-190" dirty="0">
                <a:latin typeface="Arial Black"/>
                <a:cs typeface="Arial Black"/>
              </a:rPr>
              <a:t> </a:t>
            </a:r>
            <a:r>
              <a:rPr sz="2400" spc="-560" dirty="0">
                <a:latin typeface="Arial Black"/>
                <a:cs typeface="Arial Black"/>
              </a:rPr>
              <a:t>&amp;</a:t>
            </a:r>
            <a:r>
              <a:rPr sz="2400" spc="-190" dirty="0">
                <a:latin typeface="Arial Black"/>
                <a:cs typeface="Arial Black"/>
              </a:rPr>
              <a:t> </a:t>
            </a:r>
            <a:r>
              <a:rPr sz="2400" spc="-80" dirty="0">
                <a:latin typeface="Arial Black"/>
                <a:cs typeface="Arial Black"/>
              </a:rPr>
              <a:t>AI-</a:t>
            </a:r>
            <a:r>
              <a:rPr sz="2400" spc="-90" dirty="0">
                <a:latin typeface="Arial Black"/>
                <a:cs typeface="Arial Black"/>
              </a:rPr>
              <a:t>ready </a:t>
            </a:r>
            <a:r>
              <a:rPr sz="2400" spc="-75" dirty="0">
                <a:latin typeface="Arial Black"/>
                <a:cs typeface="Arial Black"/>
              </a:rPr>
              <a:t>datasets.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15454" y="7018332"/>
            <a:ext cx="219837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sz="1800" b="1" spc="-25" dirty="0">
                <a:latin typeface="Roboto"/>
                <a:cs typeface="Roboto"/>
              </a:rPr>
              <a:t>Multi-</a:t>
            </a:r>
            <a:r>
              <a:rPr sz="1800" b="1" spc="-10" dirty="0">
                <a:latin typeface="Roboto"/>
                <a:cs typeface="Roboto"/>
              </a:rPr>
              <a:t>institution </a:t>
            </a:r>
            <a:r>
              <a:rPr sz="1800" b="1" dirty="0">
                <a:latin typeface="Roboto"/>
                <a:cs typeface="Roboto"/>
              </a:rPr>
              <a:t>onboarding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&amp;</a:t>
            </a:r>
            <a:r>
              <a:rPr sz="1800" b="1" spc="-15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global </a:t>
            </a:r>
            <a:r>
              <a:rPr sz="1800" b="1" dirty="0">
                <a:latin typeface="Roboto"/>
                <a:cs typeface="Roboto"/>
              </a:rPr>
              <a:t>academic </a:t>
            </a:r>
            <a:r>
              <a:rPr sz="1800" b="1" spc="-10" dirty="0">
                <a:latin typeface="Roboto"/>
                <a:cs typeface="Roboto"/>
              </a:rPr>
              <a:t>expansion.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61295" y="8348332"/>
            <a:ext cx="171513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Roboto"/>
                <a:cs typeface="Roboto"/>
              </a:rPr>
              <a:t>Outcome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pattern insights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dirty="0">
                <a:latin typeface="Roboto"/>
                <a:cs typeface="Roboto"/>
              </a:rPr>
              <a:t>&amp;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spc="-25" dirty="0">
                <a:latin typeface="Roboto"/>
                <a:cs typeface="Roboto"/>
              </a:rPr>
              <a:t>AI </a:t>
            </a:r>
            <a:r>
              <a:rPr sz="1700" b="1" dirty="0">
                <a:latin typeface="Roboto"/>
                <a:cs typeface="Roboto"/>
              </a:rPr>
              <a:t>decision</a:t>
            </a:r>
            <a:r>
              <a:rPr sz="1700" b="1" spc="-5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support.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29540" y="3249910"/>
            <a:ext cx="9811385" cy="5107305"/>
            <a:chOff x="1129540" y="3249910"/>
            <a:chExt cx="9811385" cy="5107305"/>
          </a:xfrm>
        </p:grpSpPr>
        <p:sp>
          <p:nvSpPr>
            <p:cNvPr id="4" name="object 4"/>
            <p:cNvSpPr/>
            <p:nvPr/>
          </p:nvSpPr>
          <p:spPr>
            <a:xfrm>
              <a:off x="3223724" y="3662907"/>
              <a:ext cx="2310765" cy="2004060"/>
            </a:xfrm>
            <a:custGeom>
              <a:avLst/>
              <a:gdLst/>
              <a:ahLst/>
              <a:cxnLst/>
              <a:rect l="l" t="t" r="r" b="b"/>
              <a:pathLst>
                <a:path w="2310765" h="2004060">
                  <a:moveTo>
                    <a:pt x="1056824" y="2003991"/>
                  </a:moveTo>
                  <a:lnTo>
                    <a:pt x="0" y="1402656"/>
                  </a:lnTo>
                  <a:lnTo>
                    <a:pt x="726344" y="261122"/>
                  </a:lnTo>
                  <a:lnTo>
                    <a:pt x="1186357" y="0"/>
                  </a:lnTo>
                  <a:lnTo>
                    <a:pt x="1584277" y="261122"/>
                  </a:lnTo>
                  <a:lnTo>
                    <a:pt x="2310621" y="1402656"/>
                  </a:lnTo>
                  <a:lnTo>
                    <a:pt x="1056824" y="200399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54277" y="5065290"/>
              <a:ext cx="4049395" cy="2155190"/>
            </a:xfrm>
            <a:custGeom>
              <a:avLst/>
              <a:gdLst/>
              <a:ahLst/>
              <a:cxnLst/>
              <a:rect l="l" t="t" r="r" b="b"/>
              <a:pathLst>
                <a:path w="4049395" h="2155190">
                  <a:moveTo>
                    <a:pt x="3022435" y="2155044"/>
                  </a:moveTo>
                  <a:lnTo>
                    <a:pt x="0" y="1374968"/>
                  </a:lnTo>
                  <a:lnTo>
                    <a:pt x="399975" y="737858"/>
                  </a:lnTo>
                  <a:lnTo>
                    <a:pt x="869584" y="0"/>
                  </a:lnTo>
                  <a:lnTo>
                    <a:pt x="3180205" y="0"/>
                  </a:lnTo>
                  <a:lnTo>
                    <a:pt x="3321252" y="221645"/>
                  </a:lnTo>
                  <a:lnTo>
                    <a:pt x="4049378" y="1374968"/>
                  </a:lnTo>
                  <a:lnTo>
                    <a:pt x="3022435" y="2155044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50068" y="3249910"/>
              <a:ext cx="858519" cy="674370"/>
            </a:xfrm>
            <a:custGeom>
              <a:avLst/>
              <a:gdLst/>
              <a:ahLst/>
              <a:cxnLst/>
              <a:rect l="l" t="t" r="r" b="b"/>
              <a:pathLst>
                <a:path w="858520" h="674370">
                  <a:moveTo>
                    <a:pt x="857933" y="674119"/>
                  </a:moveTo>
                  <a:lnTo>
                    <a:pt x="0" y="674119"/>
                  </a:lnTo>
                  <a:lnTo>
                    <a:pt x="428898" y="0"/>
                  </a:lnTo>
                  <a:lnTo>
                    <a:pt x="857933" y="674119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9540" y="6433542"/>
              <a:ext cx="6496050" cy="1923414"/>
            </a:xfrm>
            <a:custGeom>
              <a:avLst/>
              <a:gdLst/>
              <a:ahLst/>
              <a:cxnLst/>
              <a:rect l="l" t="t" r="r" b="b"/>
              <a:pathLst>
                <a:path w="6496050" h="1923415">
                  <a:moveTo>
                    <a:pt x="6496050" y="1923256"/>
                  </a:moveTo>
                  <a:lnTo>
                    <a:pt x="0" y="1923256"/>
                  </a:lnTo>
                  <a:lnTo>
                    <a:pt x="1223641" y="0"/>
                  </a:lnTo>
                  <a:lnTo>
                    <a:pt x="1224737" y="6716"/>
                  </a:lnTo>
                  <a:lnTo>
                    <a:pt x="5273979" y="6716"/>
                  </a:lnTo>
                  <a:lnTo>
                    <a:pt x="5277954" y="4386"/>
                  </a:lnTo>
                  <a:lnTo>
                    <a:pt x="6496050" y="1918634"/>
                  </a:lnTo>
                  <a:lnTo>
                    <a:pt x="6496050" y="192325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62" y="3779764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4131" y="350885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54644" y="3459378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9118" y="362639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5393" y="4893125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4462" y="462222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4975" y="457273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99448" y="473975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15723" y="600648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04792" y="573558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55305" y="568609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99778" y="585311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16053" y="711984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5122" y="6848941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55635" y="679946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00108" y="696647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12964" y="3785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5808" y="3728084"/>
              <a:ext cx="114299" cy="1142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3994" y="3728084"/>
              <a:ext cx="85724" cy="1142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913295" y="4878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6139" y="4821084"/>
              <a:ext cx="114299" cy="1142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4325" y="4821084"/>
              <a:ext cx="85724" cy="1142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513625" y="5971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6469" y="5914084"/>
              <a:ext cx="114299" cy="1142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4654" y="5914084"/>
              <a:ext cx="85724" cy="11429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1006800" y="7007084"/>
            <a:ext cx="534035" cy="114300"/>
            <a:chOff x="11006800" y="7007084"/>
            <a:chExt cx="534035" cy="114300"/>
          </a:xfrm>
        </p:grpSpPr>
        <p:sp>
          <p:nvSpPr>
            <p:cNvPr id="34" name="object 34"/>
            <p:cNvSpPr/>
            <p:nvPr/>
          </p:nvSpPr>
          <p:spPr>
            <a:xfrm>
              <a:off x="11113956" y="7064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06800" y="7007084"/>
              <a:ext cx="114299" cy="1142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4985" y="7007084"/>
              <a:ext cx="85724" cy="114299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5046860" y="-44385"/>
            <a:ext cx="81946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145" dirty="0">
                <a:solidFill>
                  <a:srgbClr val="E36670"/>
                </a:solidFill>
              </a:rPr>
              <a:t>Medinex</a:t>
            </a:r>
            <a:r>
              <a:rPr sz="5000" spc="-50" dirty="0">
                <a:solidFill>
                  <a:srgbClr val="E36670"/>
                </a:solidFill>
              </a:rPr>
              <a:t> </a:t>
            </a:r>
            <a:r>
              <a:rPr sz="5000" spc="135" dirty="0">
                <a:solidFill>
                  <a:srgbClr val="E36670"/>
                </a:solidFill>
              </a:rPr>
              <a:t>Revenue</a:t>
            </a:r>
            <a:r>
              <a:rPr sz="5000" spc="-45" dirty="0">
                <a:solidFill>
                  <a:srgbClr val="E36670"/>
                </a:solidFill>
              </a:rPr>
              <a:t> </a:t>
            </a:r>
            <a:r>
              <a:rPr sz="5000" spc="160" dirty="0">
                <a:solidFill>
                  <a:srgbClr val="E36670"/>
                </a:solidFill>
              </a:rPr>
              <a:t>Model</a:t>
            </a:r>
            <a:endParaRPr sz="5000"/>
          </a:p>
        </p:txBody>
      </p:sp>
      <p:sp>
        <p:nvSpPr>
          <p:cNvPr id="38" name="object 38"/>
          <p:cNvSpPr txBox="1"/>
          <p:nvPr/>
        </p:nvSpPr>
        <p:spPr>
          <a:xfrm>
            <a:off x="3659232" y="1057356"/>
            <a:ext cx="110934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Verdana"/>
                <a:cs typeface="Verdana"/>
              </a:rPr>
              <a:t>Progression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65" dirty="0">
                <a:latin typeface="Verdana"/>
                <a:cs typeface="Verdana"/>
              </a:rPr>
              <a:t>from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platform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adoption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scalable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clinical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intelligence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revenue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54645" y="3459378"/>
            <a:ext cx="3068320" cy="643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914400" marR="641985" indent="-516255">
              <a:lnSpc>
                <a:spcPct val="113999"/>
              </a:lnSpc>
              <a:spcBef>
                <a:spcPts val="350"/>
              </a:spcBef>
            </a:pPr>
            <a:r>
              <a:rPr sz="1700" b="1" dirty="0">
                <a:latin typeface="Tahoma"/>
                <a:cs typeface="Tahoma"/>
              </a:rPr>
              <a:t>Intelligence</a:t>
            </a:r>
            <a:r>
              <a:rPr sz="1700" b="1" spc="170" dirty="0">
                <a:latin typeface="Tahoma"/>
                <a:cs typeface="Tahoma"/>
              </a:rPr>
              <a:t> </a:t>
            </a:r>
            <a:r>
              <a:rPr sz="1700" b="1" spc="-10" dirty="0">
                <a:latin typeface="Tahoma"/>
                <a:cs typeface="Tahoma"/>
              </a:rPr>
              <a:t>Layer Revenue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54975" y="4572739"/>
            <a:ext cx="3068320" cy="643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031240" marR="328930" indent="-711835">
              <a:lnSpc>
                <a:spcPct val="113999"/>
              </a:lnSpc>
              <a:spcBef>
                <a:spcPts val="350"/>
              </a:spcBef>
            </a:pPr>
            <a:r>
              <a:rPr sz="1700" b="1" dirty="0">
                <a:latin typeface="Tahoma"/>
                <a:cs typeface="Tahoma"/>
              </a:rPr>
              <a:t>Clinical</a:t>
            </a:r>
            <a:r>
              <a:rPr sz="1700" b="1" spc="240" dirty="0">
                <a:latin typeface="Tahoma"/>
                <a:cs typeface="Tahoma"/>
              </a:rPr>
              <a:t> </a:t>
            </a:r>
            <a:r>
              <a:rPr sz="1700" b="1" spc="-10" dirty="0">
                <a:latin typeface="Tahoma"/>
                <a:cs typeface="Tahoma"/>
              </a:rPr>
              <a:t>Collaboration Revenue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17518" y="3460742"/>
            <a:ext cx="802830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50" dirty="0">
                <a:latin typeface="Verdana"/>
                <a:cs typeface="Verdana"/>
              </a:rPr>
              <a:t>With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5" dirty="0">
                <a:latin typeface="Verdana"/>
                <a:cs typeface="Verdana"/>
              </a:rPr>
              <a:t>scale, </a:t>
            </a:r>
            <a:r>
              <a:rPr sz="1600" dirty="0">
                <a:latin typeface="Verdana"/>
                <a:cs typeface="Verdana"/>
              </a:rPr>
              <a:t>Medinex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builds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intelligence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layer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where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aggregated </a:t>
            </a:r>
            <a:r>
              <a:rPr sz="1600" dirty="0">
                <a:latin typeface="Verdana"/>
                <a:cs typeface="Verdana"/>
              </a:rPr>
              <a:t>insights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enable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enterprise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tools,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institutional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licensing,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ecosystem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services, </a:t>
            </a:r>
            <a:r>
              <a:rPr sz="1600" dirty="0">
                <a:latin typeface="Verdana"/>
                <a:cs typeface="Verdana"/>
              </a:rPr>
              <a:t>creating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long-term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infrastructure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revenue.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1640"/>
              </a:spcBef>
            </a:pPr>
            <a:r>
              <a:rPr sz="1600" dirty="0">
                <a:latin typeface="Verdana"/>
                <a:cs typeface="Verdana"/>
              </a:rPr>
              <a:t>Pharma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research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partners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collaborate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via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structured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simulation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55305" y="5686099"/>
            <a:ext cx="3068320" cy="6438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061720" marR="313690" indent="-695960">
              <a:lnSpc>
                <a:spcPct val="113999"/>
              </a:lnSpc>
              <a:spcBef>
                <a:spcPts val="395"/>
              </a:spcBef>
            </a:pPr>
            <a:r>
              <a:rPr sz="1700" b="1" dirty="0">
                <a:latin typeface="Tahoma"/>
                <a:cs typeface="Tahoma"/>
              </a:rPr>
              <a:t>Institutional</a:t>
            </a:r>
            <a:r>
              <a:rPr sz="1700" b="1" spc="65" dirty="0">
                <a:latin typeface="Tahoma"/>
                <a:cs typeface="Tahoma"/>
              </a:rPr>
              <a:t> </a:t>
            </a:r>
            <a:r>
              <a:rPr sz="1700" b="1" spc="-10" dirty="0">
                <a:latin typeface="Tahoma"/>
                <a:cs typeface="Tahoma"/>
              </a:rPr>
              <a:t>Training Revenue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55635" y="6799460"/>
            <a:ext cx="3068320" cy="64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975">
              <a:lnSpc>
                <a:spcPts val="1964"/>
              </a:lnSpc>
            </a:pPr>
            <a:r>
              <a:rPr sz="1700" b="1" spc="-10" dirty="0">
                <a:latin typeface="Tahoma"/>
                <a:cs typeface="Tahoma"/>
              </a:rPr>
              <a:t>Platform</a:t>
            </a:r>
            <a:endParaRPr sz="1700">
              <a:latin typeface="Tahoma"/>
              <a:cs typeface="Tahoma"/>
            </a:endParaRPr>
          </a:p>
          <a:p>
            <a:pPr marL="404495">
              <a:lnSpc>
                <a:spcPct val="100000"/>
              </a:lnSpc>
              <a:spcBef>
                <a:spcPts val="285"/>
              </a:spcBef>
            </a:pPr>
            <a:r>
              <a:rPr sz="1700" b="1" spc="55" dirty="0">
                <a:latin typeface="Tahoma"/>
                <a:cs typeface="Tahoma"/>
              </a:rPr>
              <a:t>Adoption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517850" y="4741530"/>
            <a:ext cx="6972300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programs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support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therapy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education,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evidence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institutional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training,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generating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revenue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through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partnerships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sponsored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initiatives.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855"/>
              </a:spcBef>
            </a:pPr>
            <a:r>
              <a:rPr sz="1600" dirty="0">
                <a:latin typeface="Verdana"/>
                <a:cs typeface="Verdana"/>
              </a:rPr>
              <a:t>Hospitals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institutions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pay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for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guided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18179" y="5922968"/>
            <a:ext cx="467677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simulations,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structured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training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modules,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assessment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workflows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718510" y="6739742"/>
            <a:ext cx="57861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Provide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free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simulations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for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pharma </a:t>
            </a:r>
            <a:r>
              <a:rPr sz="1600" dirty="0">
                <a:latin typeface="Verdana"/>
                <a:cs typeface="Verdana"/>
              </a:rPr>
              <a:t>students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drive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adoption,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ecosystem growth.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9540" y="8361702"/>
            <a:ext cx="6496049" cy="590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572</Words>
  <Application>Microsoft Office PowerPoint</Application>
  <PresentationFormat>Custom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Lucida Sans Unicode</vt:lpstr>
      <vt:lpstr>Roboto</vt:lpstr>
      <vt:lpstr>Tahoma</vt:lpstr>
      <vt:lpstr>Trebuchet MS</vt:lpstr>
      <vt:lpstr>Verdana</vt:lpstr>
      <vt:lpstr>Office Theme</vt:lpstr>
      <vt:lpstr>Existing Problems</vt:lpstr>
      <vt:lpstr>MEDINEX Where Medical Intelligence Meets Real-World Care</vt:lpstr>
      <vt:lpstr>Market Overview</vt:lpstr>
      <vt:lpstr>OUR SERVICES</vt:lpstr>
      <vt:lpstr>Competitor Analysis</vt:lpstr>
      <vt:lpstr>EXECUTION STRATEGY</vt:lpstr>
      <vt:lpstr>PowerPoint Presentation</vt:lpstr>
      <vt:lpstr>Medinex Revenue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Investors Pitch Deck</dc:title>
  <dc:creator>Tech gyan With Aman</dc:creator>
  <cp:keywords>DAHAkuLXFw0,BAGpaR9pW4Y,0</cp:keywords>
  <cp:lastModifiedBy>Prince Kumar</cp:lastModifiedBy>
  <cp:revision>1</cp:revision>
  <dcterms:created xsi:type="dcterms:W3CDTF">2026-02-14T20:28:11Z</dcterms:created>
  <dcterms:modified xsi:type="dcterms:W3CDTF">2026-05-13T09:53:38Z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2026-02-14T00:00:00Z</vt:filetime>
  </property>
  <property fmtid="{D5CDD505-2E9C-101B-9397-08002B2CF9AE}" pid="5" name="Producer">
    <vt:lpwstr>Canva</vt:lpwstr>
  </property>
</Properties>
</file>